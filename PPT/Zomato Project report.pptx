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FF282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FF282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FF282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0564" y="8115966"/>
            <a:ext cx="4266482" cy="2158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42636" y="10106640"/>
            <a:ext cx="652687" cy="18035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4050" y="9577555"/>
            <a:ext cx="778700" cy="7094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21736" y="8519288"/>
            <a:ext cx="945744" cy="71242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3460552" y="8115973"/>
            <a:ext cx="4266565" cy="2159000"/>
          </a:xfrm>
          <a:custGeom>
            <a:avLst/>
            <a:gdLst/>
            <a:ahLst/>
            <a:cxnLst/>
            <a:rect l="l" t="t" r="r" b="b"/>
            <a:pathLst>
              <a:path w="4266565" h="2159000">
                <a:moveTo>
                  <a:pt x="4266489" y="1054100"/>
                </a:moveTo>
                <a:lnTo>
                  <a:pt x="4264774" y="1003300"/>
                </a:lnTo>
                <a:lnTo>
                  <a:pt x="4259351" y="952500"/>
                </a:lnTo>
                <a:lnTo>
                  <a:pt x="4250233" y="914400"/>
                </a:lnTo>
                <a:lnTo>
                  <a:pt x="4237444" y="863600"/>
                </a:lnTo>
                <a:lnTo>
                  <a:pt x="4221010" y="825500"/>
                </a:lnTo>
                <a:lnTo>
                  <a:pt x="4200982" y="787400"/>
                </a:lnTo>
                <a:lnTo>
                  <a:pt x="4177360" y="749300"/>
                </a:lnTo>
                <a:lnTo>
                  <a:pt x="4150195" y="711200"/>
                </a:lnTo>
                <a:lnTo>
                  <a:pt x="4118902" y="673100"/>
                </a:lnTo>
                <a:lnTo>
                  <a:pt x="4084294" y="635000"/>
                </a:lnTo>
                <a:lnTo>
                  <a:pt x="4046664" y="609600"/>
                </a:lnTo>
                <a:lnTo>
                  <a:pt x="4006265" y="584200"/>
                </a:lnTo>
                <a:lnTo>
                  <a:pt x="3963352" y="571500"/>
                </a:lnTo>
                <a:lnTo>
                  <a:pt x="3918204" y="546100"/>
                </a:lnTo>
                <a:lnTo>
                  <a:pt x="3871087" y="533400"/>
                </a:lnTo>
                <a:lnTo>
                  <a:pt x="3857536" y="529932"/>
                </a:lnTo>
                <a:lnTo>
                  <a:pt x="3857536" y="1041400"/>
                </a:lnTo>
                <a:lnTo>
                  <a:pt x="3853891" y="1092200"/>
                </a:lnTo>
                <a:lnTo>
                  <a:pt x="3839895" y="1130300"/>
                </a:lnTo>
                <a:lnTo>
                  <a:pt x="3818432" y="1181100"/>
                </a:lnTo>
                <a:lnTo>
                  <a:pt x="3791064" y="1219200"/>
                </a:lnTo>
                <a:lnTo>
                  <a:pt x="3759187" y="1257300"/>
                </a:lnTo>
                <a:lnTo>
                  <a:pt x="3724186" y="1295400"/>
                </a:lnTo>
                <a:lnTo>
                  <a:pt x="3650437" y="1371600"/>
                </a:lnTo>
                <a:lnTo>
                  <a:pt x="3612654" y="1409700"/>
                </a:lnTo>
                <a:lnTo>
                  <a:pt x="3574199" y="1435100"/>
                </a:lnTo>
                <a:lnTo>
                  <a:pt x="3535083" y="1473200"/>
                </a:lnTo>
                <a:lnTo>
                  <a:pt x="3495344" y="1498600"/>
                </a:lnTo>
                <a:lnTo>
                  <a:pt x="3454971" y="1536700"/>
                </a:lnTo>
                <a:lnTo>
                  <a:pt x="3372472" y="1587500"/>
                </a:lnTo>
                <a:lnTo>
                  <a:pt x="3287712" y="1638300"/>
                </a:lnTo>
                <a:lnTo>
                  <a:pt x="3244545" y="1676400"/>
                </a:lnTo>
                <a:lnTo>
                  <a:pt x="3156686" y="1727200"/>
                </a:lnTo>
                <a:lnTo>
                  <a:pt x="3112046" y="1739900"/>
                </a:lnTo>
                <a:lnTo>
                  <a:pt x="2975495" y="1816100"/>
                </a:lnTo>
                <a:lnTo>
                  <a:pt x="2929166" y="1828800"/>
                </a:lnTo>
                <a:lnTo>
                  <a:pt x="2882455" y="1854200"/>
                </a:lnTo>
                <a:lnTo>
                  <a:pt x="2835376" y="1866900"/>
                </a:lnTo>
                <a:lnTo>
                  <a:pt x="2787967" y="1892300"/>
                </a:lnTo>
                <a:lnTo>
                  <a:pt x="2643873" y="1930400"/>
                </a:lnTo>
                <a:lnTo>
                  <a:pt x="2595283" y="1955800"/>
                </a:lnTo>
                <a:lnTo>
                  <a:pt x="2497378" y="1981200"/>
                </a:lnTo>
                <a:lnTo>
                  <a:pt x="2448102" y="1981200"/>
                </a:lnTo>
                <a:lnTo>
                  <a:pt x="2299182" y="2019300"/>
                </a:lnTo>
                <a:lnTo>
                  <a:pt x="2249233" y="2019300"/>
                </a:lnTo>
                <a:lnTo>
                  <a:pt x="2192464" y="2032000"/>
                </a:lnTo>
                <a:lnTo>
                  <a:pt x="2083549" y="2032000"/>
                </a:lnTo>
                <a:lnTo>
                  <a:pt x="2031314" y="2044700"/>
                </a:lnTo>
                <a:lnTo>
                  <a:pt x="1980501" y="2044700"/>
                </a:lnTo>
                <a:lnTo>
                  <a:pt x="2014054" y="2006600"/>
                </a:lnTo>
                <a:lnTo>
                  <a:pt x="2048040" y="1968500"/>
                </a:lnTo>
                <a:lnTo>
                  <a:pt x="2082431" y="1930400"/>
                </a:lnTo>
                <a:lnTo>
                  <a:pt x="2117229" y="1892300"/>
                </a:lnTo>
                <a:lnTo>
                  <a:pt x="2152446" y="1866900"/>
                </a:lnTo>
                <a:lnTo>
                  <a:pt x="2188070" y="1828800"/>
                </a:lnTo>
                <a:lnTo>
                  <a:pt x="2224100" y="1790700"/>
                </a:lnTo>
                <a:lnTo>
                  <a:pt x="2260523" y="1752600"/>
                </a:lnTo>
                <a:lnTo>
                  <a:pt x="2297328" y="1727200"/>
                </a:lnTo>
                <a:lnTo>
                  <a:pt x="2334539" y="1689100"/>
                </a:lnTo>
                <a:lnTo>
                  <a:pt x="2372131" y="1663700"/>
                </a:lnTo>
                <a:lnTo>
                  <a:pt x="2410091" y="1625600"/>
                </a:lnTo>
                <a:lnTo>
                  <a:pt x="2448445" y="1600200"/>
                </a:lnTo>
                <a:lnTo>
                  <a:pt x="2487168" y="1562100"/>
                </a:lnTo>
                <a:lnTo>
                  <a:pt x="2526258" y="1536700"/>
                </a:lnTo>
                <a:lnTo>
                  <a:pt x="2565717" y="1498600"/>
                </a:lnTo>
                <a:lnTo>
                  <a:pt x="2645714" y="1447800"/>
                </a:lnTo>
                <a:lnTo>
                  <a:pt x="2686240" y="1409700"/>
                </a:lnTo>
                <a:lnTo>
                  <a:pt x="2727121" y="1384300"/>
                </a:lnTo>
                <a:lnTo>
                  <a:pt x="2851810" y="1308100"/>
                </a:lnTo>
                <a:lnTo>
                  <a:pt x="2894050" y="1270000"/>
                </a:lnTo>
                <a:lnTo>
                  <a:pt x="3066250" y="1168400"/>
                </a:lnTo>
                <a:lnTo>
                  <a:pt x="3110103" y="1155700"/>
                </a:lnTo>
                <a:lnTo>
                  <a:pt x="3288538" y="1054100"/>
                </a:lnTo>
                <a:lnTo>
                  <a:pt x="3333889" y="1041400"/>
                </a:lnTo>
                <a:lnTo>
                  <a:pt x="3425469" y="990600"/>
                </a:lnTo>
                <a:lnTo>
                  <a:pt x="3475926" y="977900"/>
                </a:lnTo>
                <a:lnTo>
                  <a:pt x="3528415" y="952500"/>
                </a:lnTo>
                <a:lnTo>
                  <a:pt x="3687876" y="914400"/>
                </a:lnTo>
                <a:lnTo>
                  <a:pt x="3733279" y="914400"/>
                </a:lnTo>
                <a:lnTo>
                  <a:pt x="3774694" y="927100"/>
                </a:lnTo>
                <a:lnTo>
                  <a:pt x="3834269" y="965200"/>
                </a:lnTo>
                <a:lnTo>
                  <a:pt x="3850944" y="1003300"/>
                </a:lnTo>
                <a:lnTo>
                  <a:pt x="3857536" y="1041400"/>
                </a:lnTo>
                <a:lnTo>
                  <a:pt x="3857536" y="529932"/>
                </a:lnTo>
                <a:lnTo>
                  <a:pt x="3771963" y="508000"/>
                </a:lnTo>
                <a:lnTo>
                  <a:pt x="3668128" y="508000"/>
                </a:lnTo>
                <a:lnTo>
                  <a:pt x="3613277" y="520700"/>
                </a:lnTo>
                <a:lnTo>
                  <a:pt x="3559645" y="520700"/>
                </a:lnTo>
                <a:lnTo>
                  <a:pt x="3455886" y="546100"/>
                </a:lnTo>
                <a:lnTo>
                  <a:pt x="3405733" y="571500"/>
                </a:lnTo>
                <a:lnTo>
                  <a:pt x="3308743" y="596900"/>
                </a:lnTo>
                <a:lnTo>
                  <a:pt x="3215703" y="647700"/>
                </a:lnTo>
                <a:lnTo>
                  <a:pt x="3169780" y="660400"/>
                </a:lnTo>
                <a:lnTo>
                  <a:pt x="3033395" y="736600"/>
                </a:lnTo>
                <a:lnTo>
                  <a:pt x="2988411" y="749300"/>
                </a:lnTo>
                <a:lnTo>
                  <a:pt x="2767241" y="876300"/>
                </a:lnTo>
                <a:lnTo>
                  <a:pt x="2595054" y="977900"/>
                </a:lnTo>
                <a:lnTo>
                  <a:pt x="2552700" y="1016000"/>
                </a:lnTo>
                <a:lnTo>
                  <a:pt x="2427351" y="1092200"/>
                </a:lnTo>
                <a:lnTo>
                  <a:pt x="2386152" y="1130300"/>
                </a:lnTo>
                <a:lnTo>
                  <a:pt x="2345245" y="1155700"/>
                </a:lnTo>
                <a:lnTo>
                  <a:pt x="2304656" y="1193800"/>
                </a:lnTo>
                <a:lnTo>
                  <a:pt x="2264372" y="1219200"/>
                </a:lnTo>
                <a:lnTo>
                  <a:pt x="2224392" y="1257300"/>
                </a:lnTo>
                <a:lnTo>
                  <a:pt x="2184730" y="1282700"/>
                </a:lnTo>
                <a:lnTo>
                  <a:pt x="2146376" y="1320800"/>
                </a:lnTo>
                <a:lnTo>
                  <a:pt x="2108403" y="1346200"/>
                </a:lnTo>
                <a:lnTo>
                  <a:pt x="2070798" y="1384300"/>
                </a:lnTo>
                <a:lnTo>
                  <a:pt x="2033562" y="1409700"/>
                </a:lnTo>
                <a:lnTo>
                  <a:pt x="1996706" y="1447800"/>
                </a:lnTo>
                <a:lnTo>
                  <a:pt x="1960245" y="1485900"/>
                </a:lnTo>
                <a:lnTo>
                  <a:pt x="1924151" y="1511300"/>
                </a:lnTo>
                <a:lnTo>
                  <a:pt x="1888451" y="1549400"/>
                </a:lnTo>
                <a:lnTo>
                  <a:pt x="1853145" y="1587500"/>
                </a:lnTo>
                <a:lnTo>
                  <a:pt x="1818233" y="1612900"/>
                </a:lnTo>
                <a:lnTo>
                  <a:pt x="1783715" y="1651000"/>
                </a:lnTo>
                <a:lnTo>
                  <a:pt x="1749602" y="1689100"/>
                </a:lnTo>
                <a:lnTo>
                  <a:pt x="1715884" y="1727200"/>
                </a:lnTo>
                <a:lnTo>
                  <a:pt x="1682572" y="1765300"/>
                </a:lnTo>
                <a:lnTo>
                  <a:pt x="1649666" y="1803400"/>
                </a:lnTo>
                <a:lnTo>
                  <a:pt x="1617179" y="1841500"/>
                </a:lnTo>
                <a:lnTo>
                  <a:pt x="1585099" y="1879600"/>
                </a:lnTo>
                <a:lnTo>
                  <a:pt x="1553438" y="1917700"/>
                </a:lnTo>
                <a:lnTo>
                  <a:pt x="1522196" y="1955800"/>
                </a:lnTo>
                <a:lnTo>
                  <a:pt x="1477111" y="1930400"/>
                </a:lnTo>
                <a:lnTo>
                  <a:pt x="1434261" y="1905000"/>
                </a:lnTo>
                <a:lnTo>
                  <a:pt x="1393850" y="1879600"/>
                </a:lnTo>
                <a:lnTo>
                  <a:pt x="1356042" y="1841500"/>
                </a:lnTo>
                <a:lnTo>
                  <a:pt x="1321041" y="1816100"/>
                </a:lnTo>
                <a:lnTo>
                  <a:pt x="1289037" y="1778000"/>
                </a:lnTo>
                <a:lnTo>
                  <a:pt x="1260195" y="1739900"/>
                </a:lnTo>
                <a:lnTo>
                  <a:pt x="1234732" y="1714500"/>
                </a:lnTo>
                <a:lnTo>
                  <a:pt x="1208760" y="1663700"/>
                </a:lnTo>
                <a:lnTo>
                  <a:pt x="1187018" y="1612900"/>
                </a:lnTo>
                <a:lnTo>
                  <a:pt x="1169543" y="1562100"/>
                </a:lnTo>
                <a:lnTo>
                  <a:pt x="1156335" y="1511300"/>
                </a:lnTo>
                <a:lnTo>
                  <a:pt x="1147419" y="1460500"/>
                </a:lnTo>
                <a:lnTo>
                  <a:pt x="1169758" y="1447800"/>
                </a:lnTo>
                <a:lnTo>
                  <a:pt x="1192060" y="1447800"/>
                </a:lnTo>
                <a:lnTo>
                  <a:pt x="1236497" y="1422400"/>
                </a:lnTo>
                <a:lnTo>
                  <a:pt x="1334998" y="1397000"/>
                </a:lnTo>
                <a:lnTo>
                  <a:pt x="1383157" y="1371600"/>
                </a:lnTo>
                <a:lnTo>
                  <a:pt x="1477162" y="1320800"/>
                </a:lnTo>
                <a:lnTo>
                  <a:pt x="1522920" y="1308100"/>
                </a:lnTo>
                <a:lnTo>
                  <a:pt x="1567827" y="1282700"/>
                </a:lnTo>
                <a:lnTo>
                  <a:pt x="1611833" y="1244600"/>
                </a:lnTo>
                <a:lnTo>
                  <a:pt x="1654911" y="1219200"/>
                </a:lnTo>
                <a:lnTo>
                  <a:pt x="1697024" y="1193800"/>
                </a:lnTo>
                <a:lnTo>
                  <a:pt x="1738147" y="1168400"/>
                </a:lnTo>
                <a:lnTo>
                  <a:pt x="1778241" y="1130300"/>
                </a:lnTo>
                <a:lnTo>
                  <a:pt x="1797761" y="1117600"/>
                </a:lnTo>
                <a:lnTo>
                  <a:pt x="1817268" y="1104900"/>
                </a:lnTo>
                <a:lnTo>
                  <a:pt x="1855216" y="1066800"/>
                </a:lnTo>
                <a:lnTo>
                  <a:pt x="1892033" y="1028700"/>
                </a:lnTo>
                <a:lnTo>
                  <a:pt x="1927707" y="1003300"/>
                </a:lnTo>
                <a:lnTo>
                  <a:pt x="1939188" y="990600"/>
                </a:lnTo>
                <a:lnTo>
                  <a:pt x="1962175" y="965200"/>
                </a:lnTo>
                <a:lnTo>
                  <a:pt x="1995436" y="927100"/>
                </a:lnTo>
                <a:lnTo>
                  <a:pt x="2027440" y="889000"/>
                </a:lnTo>
                <a:lnTo>
                  <a:pt x="2058149" y="850900"/>
                </a:lnTo>
                <a:lnTo>
                  <a:pt x="2087549" y="800100"/>
                </a:lnTo>
                <a:lnTo>
                  <a:pt x="2115604" y="762000"/>
                </a:lnTo>
                <a:lnTo>
                  <a:pt x="2145868" y="711200"/>
                </a:lnTo>
                <a:lnTo>
                  <a:pt x="2171890" y="660400"/>
                </a:lnTo>
                <a:lnTo>
                  <a:pt x="2193645" y="622300"/>
                </a:lnTo>
                <a:lnTo>
                  <a:pt x="2211120" y="571500"/>
                </a:lnTo>
                <a:lnTo>
                  <a:pt x="2224303" y="520700"/>
                </a:lnTo>
                <a:lnTo>
                  <a:pt x="2233206" y="469900"/>
                </a:lnTo>
                <a:lnTo>
                  <a:pt x="2237803" y="431800"/>
                </a:lnTo>
                <a:lnTo>
                  <a:pt x="2237943" y="406400"/>
                </a:lnTo>
                <a:lnTo>
                  <a:pt x="2238095" y="381000"/>
                </a:lnTo>
                <a:lnTo>
                  <a:pt x="2234057" y="342900"/>
                </a:lnTo>
                <a:lnTo>
                  <a:pt x="2225700" y="292100"/>
                </a:lnTo>
                <a:lnTo>
                  <a:pt x="2213000" y="254000"/>
                </a:lnTo>
                <a:lnTo>
                  <a:pt x="2195957" y="215900"/>
                </a:lnTo>
                <a:lnTo>
                  <a:pt x="2174557" y="177800"/>
                </a:lnTo>
                <a:lnTo>
                  <a:pt x="2148802" y="139700"/>
                </a:lnTo>
                <a:lnTo>
                  <a:pt x="2116137" y="101600"/>
                </a:lnTo>
                <a:lnTo>
                  <a:pt x="2079434" y="76200"/>
                </a:lnTo>
                <a:lnTo>
                  <a:pt x="2039162" y="50800"/>
                </a:lnTo>
                <a:lnTo>
                  <a:pt x="1995805" y="25400"/>
                </a:lnTo>
                <a:lnTo>
                  <a:pt x="1949856" y="12700"/>
                </a:lnTo>
                <a:lnTo>
                  <a:pt x="1901786" y="0"/>
                </a:lnTo>
                <a:lnTo>
                  <a:pt x="1830324" y="0"/>
                </a:lnTo>
                <a:lnTo>
                  <a:pt x="1830324" y="406400"/>
                </a:lnTo>
                <a:lnTo>
                  <a:pt x="1827568" y="419100"/>
                </a:lnTo>
                <a:lnTo>
                  <a:pt x="1818513" y="457200"/>
                </a:lnTo>
                <a:lnTo>
                  <a:pt x="1801482" y="495300"/>
                </a:lnTo>
                <a:lnTo>
                  <a:pt x="1774736" y="546100"/>
                </a:lnTo>
                <a:lnTo>
                  <a:pt x="1745767" y="584200"/>
                </a:lnTo>
                <a:lnTo>
                  <a:pt x="1714969" y="622300"/>
                </a:lnTo>
                <a:lnTo>
                  <a:pt x="1682445" y="660400"/>
                </a:lnTo>
                <a:lnTo>
                  <a:pt x="1648244" y="698500"/>
                </a:lnTo>
                <a:lnTo>
                  <a:pt x="1612455" y="736600"/>
                </a:lnTo>
                <a:lnTo>
                  <a:pt x="1575168" y="774700"/>
                </a:lnTo>
                <a:lnTo>
                  <a:pt x="1536433" y="800100"/>
                </a:lnTo>
                <a:lnTo>
                  <a:pt x="1496364" y="838200"/>
                </a:lnTo>
                <a:lnTo>
                  <a:pt x="1455013" y="863600"/>
                </a:lnTo>
                <a:lnTo>
                  <a:pt x="1412455" y="889000"/>
                </a:lnTo>
                <a:lnTo>
                  <a:pt x="1368793" y="914400"/>
                </a:lnTo>
                <a:lnTo>
                  <a:pt x="1324076" y="939800"/>
                </a:lnTo>
                <a:lnTo>
                  <a:pt x="1278407" y="965200"/>
                </a:lnTo>
                <a:lnTo>
                  <a:pt x="1231836" y="990600"/>
                </a:lnTo>
                <a:lnTo>
                  <a:pt x="1252054" y="952500"/>
                </a:lnTo>
                <a:lnTo>
                  <a:pt x="1274241" y="914400"/>
                </a:lnTo>
                <a:lnTo>
                  <a:pt x="1298384" y="876300"/>
                </a:lnTo>
                <a:lnTo>
                  <a:pt x="1324483" y="838200"/>
                </a:lnTo>
                <a:lnTo>
                  <a:pt x="1352524" y="800100"/>
                </a:lnTo>
                <a:lnTo>
                  <a:pt x="1382509" y="762000"/>
                </a:lnTo>
                <a:lnTo>
                  <a:pt x="1414424" y="723900"/>
                </a:lnTo>
                <a:lnTo>
                  <a:pt x="1448269" y="685800"/>
                </a:lnTo>
                <a:lnTo>
                  <a:pt x="1484020" y="647700"/>
                </a:lnTo>
                <a:lnTo>
                  <a:pt x="1521688" y="609600"/>
                </a:lnTo>
                <a:lnTo>
                  <a:pt x="1561261" y="571500"/>
                </a:lnTo>
                <a:lnTo>
                  <a:pt x="1602727" y="533400"/>
                </a:lnTo>
                <a:lnTo>
                  <a:pt x="1646072" y="495300"/>
                </a:lnTo>
                <a:lnTo>
                  <a:pt x="1759127" y="419100"/>
                </a:lnTo>
                <a:lnTo>
                  <a:pt x="1795259" y="406400"/>
                </a:lnTo>
                <a:lnTo>
                  <a:pt x="1830324" y="406400"/>
                </a:lnTo>
                <a:lnTo>
                  <a:pt x="1830324" y="0"/>
                </a:lnTo>
                <a:lnTo>
                  <a:pt x="1749666" y="0"/>
                </a:lnTo>
                <a:lnTo>
                  <a:pt x="1645742" y="25400"/>
                </a:lnTo>
                <a:lnTo>
                  <a:pt x="1596694" y="38100"/>
                </a:lnTo>
                <a:lnTo>
                  <a:pt x="1550466" y="63500"/>
                </a:lnTo>
                <a:lnTo>
                  <a:pt x="1506778" y="88900"/>
                </a:lnTo>
                <a:lnTo>
                  <a:pt x="1465300" y="114300"/>
                </a:lnTo>
                <a:lnTo>
                  <a:pt x="1425765" y="152400"/>
                </a:lnTo>
                <a:lnTo>
                  <a:pt x="1387843" y="177800"/>
                </a:lnTo>
                <a:lnTo>
                  <a:pt x="1344460" y="215900"/>
                </a:lnTo>
                <a:lnTo>
                  <a:pt x="1302499" y="254000"/>
                </a:lnTo>
                <a:lnTo>
                  <a:pt x="1261999" y="292100"/>
                </a:lnTo>
                <a:lnTo>
                  <a:pt x="1222933" y="330200"/>
                </a:lnTo>
                <a:lnTo>
                  <a:pt x="1185329" y="368300"/>
                </a:lnTo>
                <a:lnTo>
                  <a:pt x="1149172" y="406400"/>
                </a:lnTo>
                <a:lnTo>
                  <a:pt x="1114475" y="444500"/>
                </a:lnTo>
                <a:lnTo>
                  <a:pt x="1081252" y="482600"/>
                </a:lnTo>
                <a:lnTo>
                  <a:pt x="1049489" y="520700"/>
                </a:lnTo>
                <a:lnTo>
                  <a:pt x="1019213" y="558800"/>
                </a:lnTo>
                <a:lnTo>
                  <a:pt x="990409" y="596900"/>
                </a:lnTo>
                <a:lnTo>
                  <a:pt x="963091" y="635000"/>
                </a:lnTo>
                <a:lnTo>
                  <a:pt x="937260" y="685800"/>
                </a:lnTo>
                <a:lnTo>
                  <a:pt x="912926" y="723900"/>
                </a:lnTo>
                <a:lnTo>
                  <a:pt x="890092" y="762000"/>
                </a:lnTo>
                <a:lnTo>
                  <a:pt x="868756" y="800100"/>
                </a:lnTo>
                <a:lnTo>
                  <a:pt x="848931" y="850900"/>
                </a:lnTo>
                <a:lnTo>
                  <a:pt x="830618" y="889000"/>
                </a:lnTo>
                <a:lnTo>
                  <a:pt x="813816" y="927100"/>
                </a:lnTo>
                <a:lnTo>
                  <a:pt x="798080" y="977900"/>
                </a:lnTo>
                <a:lnTo>
                  <a:pt x="784059" y="1016000"/>
                </a:lnTo>
                <a:lnTo>
                  <a:pt x="771766" y="1066800"/>
                </a:lnTo>
                <a:lnTo>
                  <a:pt x="761174" y="1104900"/>
                </a:lnTo>
                <a:lnTo>
                  <a:pt x="711225" y="1117600"/>
                </a:lnTo>
                <a:lnTo>
                  <a:pt x="611416" y="1117600"/>
                </a:lnTo>
                <a:lnTo>
                  <a:pt x="561708" y="1104900"/>
                </a:lnTo>
                <a:lnTo>
                  <a:pt x="512229" y="1104900"/>
                </a:lnTo>
                <a:lnTo>
                  <a:pt x="463042" y="1092200"/>
                </a:lnTo>
                <a:lnTo>
                  <a:pt x="414223" y="1092200"/>
                </a:lnTo>
                <a:lnTo>
                  <a:pt x="318020" y="1066800"/>
                </a:lnTo>
                <a:lnTo>
                  <a:pt x="270776" y="1041400"/>
                </a:lnTo>
                <a:lnTo>
                  <a:pt x="135445" y="1041400"/>
                </a:lnTo>
                <a:lnTo>
                  <a:pt x="95135" y="1066800"/>
                </a:lnTo>
                <a:lnTo>
                  <a:pt x="59829" y="1092200"/>
                </a:lnTo>
                <a:lnTo>
                  <a:pt x="31076" y="1130300"/>
                </a:lnTo>
                <a:lnTo>
                  <a:pt x="10452" y="1168400"/>
                </a:lnTo>
                <a:lnTo>
                  <a:pt x="0" y="1219200"/>
                </a:lnTo>
                <a:lnTo>
                  <a:pt x="228" y="1257300"/>
                </a:lnTo>
                <a:lnTo>
                  <a:pt x="10375" y="1308100"/>
                </a:lnTo>
                <a:lnTo>
                  <a:pt x="29705" y="1346200"/>
                </a:lnTo>
                <a:lnTo>
                  <a:pt x="57467" y="1384300"/>
                </a:lnTo>
                <a:lnTo>
                  <a:pt x="92887" y="1409700"/>
                </a:lnTo>
                <a:lnTo>
                  <a:pt x="135255" y="1435100"/>
                </a:lnTo>
                <a:lnTo>
                  <a:pt x="382282" y="1498600"/>
                </a:lnTo>
                <a:lnTo>
                  <a:pt x="433057" y="1498600"/>
                </a:lnTo>
                <a:lnTo>
                  <a:pt x="484174" y="1511300"/>
                </a:lnTo>
                <a:lnTo>
                  <a:pt x="535597" y="1511300"/>
                </a:lnTo>
                <a:lnTo>
                  <a:pt x="587286" y="1524000"/>
                </a:lnTo>
                <a:lnTo>
                  <a:pt x="743496" y="1524000"/>
                </a:lnTo>
                <a:lnTo>
                  <a:pt x="751243" y="1574800"/>
                </a:lnTo>
                <a:lnTo>
                  <a:pt x="761149" y="1612900"/>
                </a:lnTo>
                <a:lnTo>
                  <a:pt x="773226" y="1663700"/>
                </a:lnTo>
                <a:lnTo>
                  <a:pt x="787450" y="1714500"/>
                </a:lnTo>
                <a:lnTo>
                  <a:pt x="803808" y="1752600"/>
                </a:lnTo>
                <a:lnTo>
                  <a:pt x="822312" y="1803400"/>
                </a:lnTo>
                <a:lnTo>
                  <a:pt x="842949" y="1841500"/>
                </a:lnTo>
                <a:lnTo>
                  <a:pt x="865708" y="1892300"/>
                </a:lnTo>
                <a:lnTo>
                  <a:pt x="890587" y="1930400"/>
                </a:lnTo>
                <a:lnTo>
                  <a:pt x="916825" y="1968500"/>
                </a:lnTo>
                <a:lnTo>
                  <a:pt x="945007" y="2006600"/>
                </a:lnTo>
                <a:lnTo>
                  <a:pt x="975067" y="2044700"/>
                </a:lnTo>
                <a:lnTo>
                  <a:pt x="1006944" y="2082800"/>
                </a:lnTo>
                <a:lnTo>
                  <a:pt x="1040599" y="2108200"/>
                </a:lnTo>
                <a:lnTo>
                  <a:pt x="1075969" y="2146300"/>
                </a:lnTo>
                <a:lnTo>
                  <a:pt x="1100823" y="2159000"/>
                </a:lnTo>
                <a:lnTo>
                  <a:pt x="3184182" y="2159000"/>
                </a:lnTo>
                <a:lnTo>
                  <a:pt x="3216046" y="2146300"/>
                </a:lnTo>
                <a:lnTo>
                  <a:pt x="3261233" y="2120900"/>
                </a:lnTo>
                <a:lnTo>
                  <a:pt x="3306064" y="2108200"/>
                </a:lnTo>
                <a:lnTo>
                  <a:pt x="3416325" y="2044700"/>
                </a:lnTo>
                <a:lnTo>
                  <a:pt x="3438144" y="2032000"/>
                </a:lnTo>
                <a:lnTo>
                  <a:pt x="3566363" y="1955800"/>
                </a:lnTo>
                <a:lnTo>
                  <a:pt x="3608171" y="1917700"/>
                </a:lnTo>
                <a:lnTo>
                  <a:pt x="3690340" y="1866900"/>
                </a:lnTo>
                <a:lnTo>
                  <a:pt x="3730675" y="1828800"/>
                </a:lnTo>
                <a:lnTo>
                  <a:pt x="3809733" y="1778000"/>
                </a:lnTo>
                <a:lnTo>
                  <a:pt x="3848443" y="1739900"/>
                </a:lnTo>
                <a:lnTo>
                  <a:pt x="3886593" y="1701800"/>
                </a:lnTo>
                <a:lnTo>
                  <a:pt x="3924160" y="1676400"/>
                </a:lnTo>
                <a:lnTo>
                  <a:pt x="3956774" y="1638300"/>
                </a:lnTo>
                <a:lnTo>
                  <a:pt x="3989692" y="1612900"/>
                </a:lnTo>
                <a:lnTo>
                  <a:pt x="4022547" y="1574800"/>
                </a:lnTo>
                <a:lnTo>
                  <a:pt x="4054932" y="1549400"/>
                </a:lnTo>
                <a:lnTo>
                  <a:pt x="4086479" y="1511300"/>
                </a:lnTo>
                <a:lnTo>
                  <a:pt x="4116794" y="1473200"/>
                </a:lnTo>
                <a:lnTo>
                  <a:pt x="4145521" y="1422400"/>
                </a:lnTo>
                <a:lnTo>
                  <a:pt x="4172254" y="1384300"/>
                </a:lnTo>
                <a:lnTo>
                  <a:pt x="4196626" y="1333500"/>
                </a:lnTo>
                <a:lnTo>
                  <a:pt x="4218241" y="1282700"/>
                </a:lnTo>
                <a:lnTo>
                  <a:pt x="4235551" y="1244600"/>
                </a:lnTo>
                <a:lnTo>
                  <a:pt x="4249013" y="1193800"/>
                </a:lnTo>
                <a:lnTo>
                  <a:pt x="4258627" y="1143000"/>
                </a:lnTo>
                <a:lnTo>
                  <a:pt x="4264444" y="1092200"/>
                </a:lnTo>
                <a:lnTo>
                  <a:pt x="4266489" y="105410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3333933" cy="23621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0607" cy="767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10479" y="1246326"/>
            <a:ext cx="521642" cy="56456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83437" y="394179"/>
            <a:ext cx="592016" cy="54569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11"/>
            <a:ext cx="3334385" cy="2362200"/>
          </a:xfrm>
          <a:custGeom>
            <a:avLst/>
            <a:gdLst/>
            <a:ahLst/>
            <a:cxnLst/>
            <a:rect l="l" t="t" r="r" b="b"/>
            <a:pathLst>
              <a:path w="3334385" h="2362200">
                <a:moveTo>
                  <a:pt x="447878" y="0"/>
                </a:moveTo>
                <a:lnTo>
                  <a:pt x="0" y="0"/>
                </a:lnTo>
                <a:lnTo>
                  <a:pt x="0" y="647700"/>
                </a:lnTo>
                <a:lnTo>
                  <a:pt x="29362" y="622300"/>
                </a:lnTo>
                <a:lnTo>
                  <a:pt x="66052" y="584200"/>
                </a:lnTo>
                <a:lnTo>
                  <a:pt x="101854" y="546100"/>
                </a:lnTo>
                <a:lnTo>
                  <a:pt x="136664" y="520700"/>
                </a:lnTo>
                <a:lnTo>
                  <a:pt x="170370" y="482600"/>
                </a:lnTo>
                <a:lnTo>
                  <a:pt x="202844" y="444500"/>
                </a:lnTo>
                <a:lnTo>
                  <a:pt x="238239" y="393700"/>
                </a:lnTo>
                <a:lnTo>
                  <a:pt x="271221" y="355600"/>
                </a:lnTo>
                <a:lnTo>
                  <a:pt x="301790" y="304800"/>
                </a:lnTo>
                <a:lnTo>
                  <a:pt x="329971" y="266700"/>
                </a:lnTo>
                <a:lnTo>
                  <a:pt x="355752" y="215900"/>
                </a:lnTo>
                <a:lnTo>
                  <a:pt x="379145" y="177800"/>
                </a:lnTo>
                <a:lnTo>
                  <a:pt x="400151" y="127000"/>
                </a:lnTo>
                <a:lnTo>
                  <a:pt x="418782" y="88900"/>
                </a:lnTo>
                <a:lnTo>
                  <a:pt x="435038" y="38100"/>
                </a:lnTo>
                <a:lnTo>
                  <a:pt x="447878" y="0"/>
                </a:lnTo>
                <a:close/>
              </a:path>
              <a:path w="3334385" h="2362200">
                <a:moveTo>
                  <a:pt x="3333927" y="1676400"/>
                </a:moveTo>
                <a:lnTo>
                  <a:pt x="3324720" y="1638300"/>
                </a:lnTo>
                <a:lnTo>
                  <a:pt x="3307905" y="1587500"/>
                </a:lnTo>
                <a:lnTo>
                  <a:pt x="3288309" y="1536700"/>
                </a:lnTo>
                <a:lnTo>
                  <a:pt x="3265982" y="1498600"/>
                </a:lnTo>
                <a:lnTo>
                  <a:pt x="3240989" y="1447800"/>
                </a:lnTo>
                <a:lnTo>
                  <a:pt x="3213417" y="1409700"/>
                </a:lnTo>
                <a:lnTo>
                  <a:pt x="3183293" y="1371600"/>
                </a:lnTo>
                <a:lnTo>
                  <a:pt x="3150717" y="1333500"/>
                </a:lnTo>
                <a:lnTo>
                  <a:pt x="3141967" y="1320800"/>
                </a:lnTo>
                <a:lnTo>
                  <a:pt x="3115729" y="1282700"/>
                </a:lnTo>
                <a:lnTo>
                  <a:pt x="3078416" y="1244600"/>
                </a:lnTo>
                <a:lnTo>
                  <a:pt x="3038818" y="1206500"/>
                </a:lnTo>
                <a:lnTo>
                  <a:pt x="3001175" y="1181100"/>
                </a:lnTo>
                <a:lnTo>
                  <a:pt x="2961995" y="1143000"/>
                </a:lnTo>
                <a:lnTo>
                  <a:pt x="2921393" y="1117600"/>
                </a:lnTo>
                <a:lnTo>
                  <a:pt x="2879445" y="1092200"/>
                </a:lnTo>
                <a:lnTo>
                  <a:pt x="2836265" y="1054100"/>
                </a:lnTo>
                <a:lnTo>
                  <a:pt x="2791955" y="1028700"/>
                </a:lnTo>
                <a:lnTo>
                  <a:pt x="2746591" y="1003300"/>
                </a:lnTo>
                <a:lnTo>
                  <a:pt x="2700274" y="990600"/>
                </a:lnTo>
                <a:lnTo>
                  <a:pt x="2605201" y="939800"/>
                </a:lnTo>
                <a:lnTo>
                  <a:pt x="2575445" y="939800"/>
                </a:lnTo>
                <a:lnTo>
                  <a:pt x="2572156" y="889000"/>
                </a:lnTo>
                <a:lnTo>
                  <a:pt x="2566403" y="838200"/>
                </a:lnTo>
                <a:lnTo>
                  <a:pt x="2558084" y="787400"/>
                </a:lnTo>
                <a:lnTo>
                  <a:pt x="2547086" y="736600"/>
                </a:lnTo>
                <a:lnTo>
                  <a:pt x="2533307" y="685800"/>
                </a:lnTo>
                <a:lnTo>
                  <a:pt x="2516632" y="647700"/>
                </a:lnTo>
                <a:lnTo>
                  <a:pt x="2511717" y="635000"/>
                </a:lnTo>
                <a:lnTo>
                  <a:pt x="2496959" y="596900"/>
                </a:lnTo>
                <a:lnTo>
                  <a:pt x="2474176" y="558800"/>
                </a:lnTo>
                <a:lnTo>
                  <a:pt x="2448153" y="520700"/>
                </a:lnTo>
                <a:lnTo>
                  <a:pt x="2418816" y="482600"/>
                </a:lnTo>
                <a:lnTo>
                  <a:pt x="2375395" y="431800"/>
                </a:lnTo>
                <a:lnTo>
                  <a:pt x="2322538" y="393700"/>
                </a:lnTo>
                <a:lnTo>
                  <a:pt x="2292324" y="368300"/>
                </a:lnTo>
                <a:lnTo>
                  <a:pt x="2259444" y="342900"/>
                </a:lnTo>
                <a:lnTo>
                  <a:pt x="2223795" y="330200"/>
                </a:lnTo>
                <a:lnTo>
                  <a:pt x="2185289" y="304800"/>
                </a:lnTo>
                <a:lnTo>
                  <a:pt x="2143810" y="292100"/>
                </a:lnTo>
                <a:lnTo>
                  <a:pt x="2099271" y="279400"/>
                </a:lnTo>
                <a:lnTo>
                  <a:pt x="2051558" y="266700"/>
                </a:lnTo>
                <a:lnTo>
                  <a:pt x="1761959" y="266700"/>
                </a:lnTo>
                <a:lnTo>
                  <a:pt x="1620418" y="292100"/>
                </a:lnTo>
                <a:lnTo>
                  <a:pt x="1610702" y="292100"/>
                </a:lnTo>
                <a:lnTo>
                  <a:pt x="1559064" y="317500"/>
                </a:lnTo>
                <a:lnTo>
                  <a:pt x="1508899" y="330200"/>
                </a:lnTo>
                <a:lnTo>
                  <a:pt x="1460144" y="355600"/>
                </a:lnTo>
                <a:lnTo>
                  <a:pt x="1412760" y="368300"/>
                </a:lnTo>
                <a:lnTo>
                  <a:pt x="1366723" y="393700"/>
                </a:lnTo>
                <a:lnTo>
                  <a:pt x="1321955" y="419100"/>
                </a:lnTo>
                <a:lnTo>
                  <a:pt x="1278432" y="444500"/>
                </a:lnTo>
                <a:lnTo>
                  <a:pt x="1236116" y="469900"/>
                </a:lnTo>
                <a:lnTo>
                  <a:pt x="1194943" y="508000"/>
                </a:lnTo>
                <a:lnTo>
                  <a:pt x="1154874" y="533400"/>
                </a:lnTo>
                <a:lnTo>
                  <a:pt x="1115872" y="571500"/>
                </a:lnTo>
                <a:lnTo>
                  <a:pt x="1077899" y="596900"/>
                </a:lnTo>
                <a:lnTo>
                  <a:pt x="1040892" y="635000"/>
                </a:lnTo>
                <a:lnTo>
                  <a:pt x="1004811" y="660400"/>
                </a:lnTo>
                <a:lnTo>
                  <a:pt x="969619" y="698500"/>
                </a:lnTo>
                <a:lnTo>
                  <a:pt x="935266" y="736600"/>
                </a:lnTo>
                <a:lnTo>
                  <a:pt x="901712" y="774700"/>
                </a:lnTo>
                <a:lnTo>
                  <a:pt x="868921" y="812800"/>
                </a:lnTo>
                <a:lnTo>
                  <a:pt x="836828" y="850900"/>
                </a:lnTo>
                <a:lnTo>
                  <a:pt x="805395" y="889000"/>
                </a:lnTo>
                <a:lnTo>
                  <a:pt x="774585" y="927100"/>
                </a:lnTo>
                <a:lnTo>
                  <a:pt x="744347" y="965200"/>
                </a:lnTo>
                <a:lnTo>
                  <a:pt x="714641" y="1003300"/>
                </a:lnTo>
                <a:lnTo>
                  <a:pt x="685419" y="1041400"/>
                </a:lnTo>
                <a:lnTo>
                  <a:pt x="656628" y="1079500"/>
                </a:lnTo>
                <a:lnTo>
                  <a:pt x="628243" y="1117600"/>
                </a:lnTo>
                <a:lnTo>
                  <a:pt x="600214" y="1155700"/>
                </a:lnTo>
                <a:lnTo>
                  <a:pt x="542328" y="1244600"/>
                </a:lnTo>
                <a:lnTo>
                  <a:pt x="363689" y="1473200"/>
                </a:lnTo>
                <a:lnTo>
                  <a:pt x="333527" y="1511300"/>
                </a:lnTo>
                <a:lnTo>
                  <a:pt x="303022" y="1549400"/>
                </a:lnTo>
                <a:lnTo>
                  <a:pt x="272110" y="1587500"/>
                </a:lnTo>
                <a:lnTo>
                  <a:pt x="265912" y="1587500"/>
                </a:lnTo>
                <a:lnTo>
                  <a:pt x="263029" y="1600200"/>
                </a:lnTo>
                <a:lnTo>
                  <a:pt x="223164" y="1638300"/>
                </a:lnTo>
                <a:lnTo>
                  <a:pt x="182206" y="1689100"/>
                </a:lnTo>
                <a:lnTo>
                  <a:pt x="140322" y="1727200"/>
                </a:lnTo>
                <a:lnTo>
                  <a:pt x="97663" y="1765300"/>
                </a:lnTo>
                <a:lnTo>
                  <a:pt x="54381" y="1803400"/>
                </a:lnTo>
                <a:lnTo>
                  <a:pt x="10629" y="1828800"/>
                </a:lnTo>
                <a:lnTo>
                  <a:pt x="0" y="1828800"/>
                </a:lnTo>
                <a:lnTo>
                  <a:pt x="0" y="2260600"/>
                </a:lnTo>
                <a:lnTo>
                  <a:pt x="393" y="2260600"/>
                </a:lnTo>
                <a:lnTo>
                  <a:pt x="45681" y="2235200"/>
                </a:lnTo>
                <a:lnTo>
                  <a:pt x="90322" y="2222500"/>
                </a:lnTo>
                <a:lnTo>
                  <a:pt x="177495" y="2171700"/>
                </a:lnTo>
                <a:lnTo>
                  <a:pt x="219951" y="2146300"/>
                </a:lnTo>
                <a:lnTo>
                  <a:pt x="261569" y="2120900"/>
                </a:lnTo>
                <a:lnTo>
                  <a:pt x="302336" y="2095500"/>
                </a:lnTo>
                <a:lnTo>
                  <a:pt x="342188" y="2057400"/>
                </a:lnTo>
                <a:lnTo>
                  <a:pt x="381076" y="2019300"/>
                </a:lnTo>
                <a:lnTo>
                  <a:pt x="418973" y="1993900"/>
                </a:lnTo>
                <a:lnTo>
                  <a:pt x="455828" y="1955800"/>
                </a:lnTo>
                <a:lnTo>
                  <a:pt x="491591" y="1917700"/>
                </a:lnTo>
                <a:lnTo>
                  <a:pt x="526211" y="1879600"/>
                </a:lnTo>
                <a:lnTo>
                  <a:pt x="559663" y="1828800"/>
                </a:lnTo>
                <a:lnTo>
                  <a:pt x="594042" y="1790700"/>
                </a:lnTo>
                <a:lnTo>
                  <a:pt x="627811" y="1752600"/>
                </a:lnTo>
                <a:lnTo>
                  <a:pt x="660984" y="1714500"/>
                </a:lnTo>
                <a:lnTo>
                  <a:pt x="693635" y="1676400"/>
                </a:lnTo>
                <a:lnTo>
                  <a:pt x="725805" y="1625600"/>
                </a:lnTo>
                <a:lnTo>
                  <a:pt x="757542" y="1587500"/>
                </a:lnTo>
                <a:lnTo>
                  <a:pt x="788885" y="1549400"/>
                </a:lnTo>
                <a:lnTo>
                  <a:pt x="819886" y="1498600"/>
                </a:lnTo>
                <a:lnTo>
                  <a:pt x="850582" y="1460500"/>
                </a:lnTo>
                <a:lnTo>
                  <a:pt x="912507" y="1371600"/>
                </a:lnTo>
                <a:lnTo>
                  <a:pt x="975271" y="1295400"/>
                </a:lnTo>
                <a:lnTo>
                  <a:pt x="1006716" y="1244600"/>
                </a:lnTo>
                <a:lnTo>
                  <a:pt x="1070063" y="1168400"/>
                </a:lnTo>
                <a:lnTo>
                  <a:pt x="1102118" y="1130300"/>
                </a:lnTo>
                <a:lnTo>
                  <a:pt x="1134516" y="1092200"/>
                </a:lnTo>
                <a:lnTo>
                  <a:pt x="1167345" y="1054100"/>
                </a:lnTo>
                <a:lnTo>
                  <a:pt x="1200658" y="1016000"/>
                </a:lnTo>
                <a:lnTo>
                  <a:pt x="1234528" y="977900"/>
                </a:lnTo>
                <a:lnTo>
                  <a:pt x="1269034" y="939800"/>
                </a:lnTo>
                <a:lnTo>
                  <a:pt x="1304239" y="901700"/>
                </a:lnTo>
                <a:lnTo>
                  <a:pt x="1340218" y="876300"/>
                </a:lnTo>
                <a:lnTo>
                  <a:pt x="1377048" y="838200"/>
                </a:lnTo>
                <a:lnTo>
                  <a:pt x="1414792" y="812800"/>
                </a:lnTo>
                <a:lnTo>
                  <a:pt x="1453527" y="787400"/>
                </a:lnTo>
                <a:lnTo>
                  <a:pt x="1493316" y="762000"/>
                </a:lnTo>
                <a:lnTo>
                  <a:pt x="1534236" y="736600"/>
                </a:lnTo>
                <a:lnTo>
                  <a:pt x="1576362" y="711200"/>
                </a:lnTo>
                <a:lnTo>
                  <a:pt x="1664500" y="685800"/>
                </a:lnTo>
                <a:lnTo>
                  <a:pt x="1710651" y="660400"/>
                </a:lnTo>
                <a:lnTo>
                  <a:pt x="1759521" y="660400"/>
                </a:lnTo>
                <a:lnTo>
                  <a:pt x="1810435" y="647700"/>
                </a:lnTo>
                <a:lnTo>
                  <a:pt x="1862201" y="647700"/>
                </a:lnTo>
                <a:lnTo>
                  <a:pt x="1913674" y="635000"/>
                </a:lnTo>
                <a:lnTo>
                  <a:pt x="1963686" y="647700"/>
                </a:lnTo>
                <a:lnTo>
                  <a:pt x="2011057" y="647700"/>
                </a:lnTo>
                <a:lnTo>
                  <a:pt x="2054631" y="673100"/>
                </a:lnTo>
                <a:lnTo>
                  <a:pt x="2093226" y="685800"/>
                </a:lnTo>
                <a:lnTo>
                  <a:pt x="2125700" y="723900"/>
                </a:lnTo>
                <a:lnTo>
                  <a:pt x="2145474" y="749300"/>
                </a:lnTo>
                <a:lnTo>
                  <a:pt x="2161997" y="787400"/>
                </a:lnTo>
                <a:lnTo>
                  <a:pt x="2175281" y="825500"/>
                </a:lnTo>
                <a:lnTo>
                  <a:pt x="2185327" y="863600"/>
                </a:lnTo>
                <a:lnTo>
                  <a:pt x="2162137" y="863600"/>
                </a:lnTo>
                <a:lnTo>
                  <a:pt x="2162137" y="1244600"/>
                </a:lnTo>
                <a:lnTo>
                  <a:pt x="2148967" y="1295400"/>
                </a:lnTo>
                <a:lnTo>
                  <a:pt x="2133689" y="1333500"/>
                </a:lnTo>
                <a:lnTo>
                  <a:pt x="2116328" y="1384300"/>
                </a:lnTo>
                <a:lnTo>
                  <a:pt x="2096871" y="1447800"/>
                </a:lnTo>
                <a:lnTo>
                  <a:pt x="2075357" y="1498600"/>
                </a:lnTo>
                <a:lnTo>
                  <a:pt x="2072322" y="1498600"/>
                </a:lnTo>
                <a:lnTo>
                  <a:pt x="2069719" y="1511300"/>
                </a:lnTo>
                <a:lnTo>
                  <a:pt x="2067534" y="1511300"/>
                </a:lnTo>
                <a:lnTo>
                  <a:pt x="2048852" y="1574800"/>
                </a:lnTo>
                <a:lnTo>
                  <a:pt x="2029193" y="1625600"/>
                </a:lnTo>
                <a:lnTo>
                  <a:pt x="2008441" y="1676400"/>
                </a:lnTo>
                <a:lnTo>
                  <a:pt x="1986508" y="1727200"/>
                </a:lnTo>
                <a:lnTo>
                  <a:pt x="1963293" y="1765300"/>
                </a:lnTo>
                <a:lnTo>
                  <a:pt x="1938693" y="1803400"/>
                </a:lnTo>
                <a:lnTo>
                  <a:pt x="1912620" y="1841500"/>
                </a:lnTo>
                <a:lnTo>
                  <a:pt x="1884946" y="1879600"/>
                </a:lnTo>
                <a:lnTo>
                  <a:pt x="1879828" y="1879600"/>
                </a:lnTo>
                <a:lnTo>
                  <a:pt x="1834210" y="1930400"/>
                </a:lnTo>
                <a:lnTo>
                  <a:pt x="1786928" y="1955800"/>
                </a:lnTo>
                <a:lnTo>
                  <a:pt x="1740395" y="1968500"/>
                </a:lnTo>
                <a:lnTo>
                  <a:pt x="1697037" y="1981200"/>
                </a:lnTo>
                <a:lnTo>
                  <a:pt x="1659255" y="1968500"/>
                </a:lnTo>
                <a:lnTo>
                  <a:pt x="1619554" y="1943100"/>
                </a:lnTo>
                <a:lnTo>
                  <a:pt x="1594878" y="1905000"/>
                </a:lnTo>
                <a:lnTo>
                  <a:pt x="1581962" y="1866900"/>
                </a:lnTo>
                <a:lnTo>
                  <a:pt x="1577555" y="1816100"/>
                </a:lnTo>
                <a:lnTo>
                  <a:pt x="1580667" y="1765300"/>
                </a:lnTo>
                <a:lnTo>
                  <a:pt x="1589557" y="1727200"/>
                </a:lnTo>
                <a:lnTo>
                  <a:pt x="1603730" y="1676400"/>
                </a:lnTo>
                <a:lnTo>
                  <a:pt x="1622666" y="1625600"/>
                </a:lnTo>
                <a:lnTo>
                  <a:pt x="1645831" y="1587500"/>
                </a:lnTo>
                <a:lnTo>
                  <a:pt x="1672742" y="1549400"/>
                </a:lnTo>
                <a:lnTo>
                  <a:pt x="1702854" y="1498600"/>
                </a:lnTo>
                <a:lnTo>
                  <a:pt x="1735683" y="1460500"/>
                </a:lnTo>
                <a:lnTo>
                  <a:pt x="1770684" y="1435100"/>
                </a:lnTo>
                <a:lnTo>
                  <a:pt x="1807375" y="1397000"/>
                </a:lnTo>
                <a:lnTo>
                  <a:pt x="1845221" y="1358900"/>
                </a:lnTo>
                <a:lnTo>
                  <a:pt x="1960575" y="1282700"/>
                </a:lnTo>
                <a:lnTo>
                  <a:pt x="2004441" y="1270000"/>
                </a:lnTo>
                <a:lnTo>
                  <a:pt x="2053018" y="1257300"/>
                </a:lnTo>
                <a:lnTo>
                  <a:pt x="2105761" y="1244600"/>
                </a:lnTo>
                <a:lnTo>
                  <a:pt x="2162137" y="1244600"/>
                </a:lnTo>
                <a:lnTo>
                  <a:pt x="2162137" y="863600"/>
                </a:lnTo>
                <a:lnTo>
                  <a:pt x="2073643" y="863600"/>
                </a:lnTo>
                <a:lnTo>
                  <a:pt x="2019731" y="876300"/>
                </a:lnTo>
                <a:lnTo>
                  <a:pt x="1967268" y="876300"/>
                </a:lnTo>
                <a:lnTo>
                  <a:pt x="1916391" y="901700"/>
                </a:lnTo>
                <a:lnTo>
                  <a:pt x="1867242" y="914400"/>
                </a:lnTo>
                <a:lnTo>
                  <a:pt x="1819922" y="927100"/>
                </a:lnTo>
                <a:lnTo>
                  <a:pt x="1774583" y="952500"/>
                </a:lnTo>
                <a:lnTo>
                  <a:pt x="1628330" y="1054100"/>
                </a:lnTo>
                <a:lnTo>
                  <a:pt x="1592427" y="1079500"/>
                </a:lnTo>
                <a:lnTo>
                  <a:pt x="1557083" y="1104900"/>
                </a:lnTo>
                <a:lnTo>
                  <a:pt x="1522488" y="1143000"/>
                </a:lnTo>
                <a:lnTo>
                  <a:pt x="1488770" y="1168400"/>
                </a:lnTo>
                <a:lnTo>
                  <a:pt x="1456105" y="1206500"/>
                </a:lnTo>
                <a:lnTo>
                  <a:pt x="1424647" y="1244600"/>
                </a:lnTo>
                <a:lnTo>
                  <a:pt x="1394548" y="1282700"/>
                </a:lnTo>
                <a:lnTo>
                  <a:pt x="1365961" y="1320800"/>
                </a:lnTo>
                <a:lnTo>
                  <a:pt x="1339062" y="1358900"/>
                </a:lnTo>
                <a:lnTo>
                  <a:pt x="1313992" y="1397000"/>
                </a:lnTo>
                <a:lnTo>
                  <a:pt x="1290916" y="1435100"/>
                </a:lnTo>
                <a:lnTo>
                  <a:pt x="1269987" y="1485900"/>
                </a:lnTo>
                <a:lnTo>
                  <a:pt x="1251369" y="1524000"/>
                </a:lnTo>
                <a:lnTo>
                  <a:pt x="1235202" y="1574800"/>
                </a:lnTo>
                <a:lnTo>
                  <a:pt x="1221663" y="1625600"/>
                </a:lnTo>
                <a:lnTo>
                  <a:pt x="1210906" y="1676400"/>
                </a:lnTo>
                <a:lnTo>
                  <a:pt x="1203083" y="1714500"/>
                </a:lnTo>
                <a:lnTo>
                  <a:pt x="1198359" y="1765300"/>
                </a:lnTo>
                <a:lnTo>
                  <a:pt x="1196873" y="1828800"/>
                </a:lnTo>
                <a:lnTo>
                  <a:pt x="1199997" y="1879600"/>
                </a:lnTo>
                <a:lnTo>
                  <a:pt x="1206677" y="1930400"/>
                </a:lnTo>
                <a:lnTo>
                  <a:pt x="1216875" y="1981200"/>
                </a:lnTo>
                <a:lnTo>
                  <a:pt x="1230503" y="2019300"/>
                </a:lnTo>
                <a:lnTo>
                  <a:pt x="1247457" y="2070100"/>
                </a:lnTo>
                <a:lnTo>
                  <a:pt x="1267663" y="2108200"/>
                </a:lnTo>
                <a:lnTo>
                  <a:pt x="1291018" y="2146300"/>
                </a:lnTo>
                <a:lnTo>
                  <a:pt x="1317447" y="2184400"/>
                </a:lnTo>
                <a:lnTo>
                  <a:pt x="1346847" y="2209800"/>
                </a:lnTo>
                <a:lnTo>
                  <a:pt x="1379143" y="2247900"/>
                </a:lnTo>
                <a:lnTo>
                  <a:pt x="1414221" y="2273300"/>
                </a:lnTo>
                <a:lnTo>
                  <a:pt x="1452016" y="2298700"/>
                </a:lnTo>
                <a:lnTo>
                  <a:pt x="1492427" y="2311400"/>
                </a:lnTo>
                <a:lnTo>
                  <a:pt x="1535353" y="2336800"/>
                </a:lnTo>
                <a:lnTo>
                  <a:pt x="1576959" y="2336800"/>
                </a:lnTo>
                <a:lnTo>
                  <a:pt x="1661515" y="2362200"/>
                </a:lnTo>
                <a:lnTo>
                  <a:pt x="1750783" y="2362200"/>
                </a:lnTo>
                <a:lnTo>
                  <a:pt x="1933282" y="2311400"/>
                </a:lnTo>
                <a:lnTo>
                  <a:pt x="1976843" y="2286000"/>
                </a:lnTo>
                <a:lnTo>
                  <a:pt x="2019160" y="2260600"/>
                </a:lnTo>
                <a:lnTo>
                  <a:pt x="2060003" y="2235200"/>
                </a:lnTo>
                <a:lnTo>
                  <a:pt x="2099183" y="2197100"/>
                </a:lnTo>
                <a:lnTo>
                  <a:pt x="2136457" y="2159000"/>
                </a:lnTo>
                <a:lnTo>
                  <a:pt x="2171649" y="2120900"/>
                </a:lnTo>
                <a:lnTo>
                  <a:pt x="2201176" y="2095500"/>
                </a:lnTo>
                <a:lnTo>
                  <a:pt x="2229320" y="2057400"/>
                </a:lnTo>
                <a:lnTo>
                  <a:pt x="2256117" y="2019300"/>
                </a:lnTo>
                <a:lnTo>
                  <a:pt x="2281631" y="1981200"/>
                </a:lnTo>
                <a:lnTo>
                  <a:pt x="2305926" y="1930400"/>
                </a:lnTo>
                <a:lnTo>
                  <a:pt x="2329027" y="1892300"/>
                </a:lnTo>
                <a:lnTo>
                  <a:pt x="2350998" y="1841500"/>
                </a:lnTo>
                <a:lnTo>
                  <a:pt x="2371890" y="1790700"/>
                </a:lnTo>
                <a:lnTo>
                  <a:pt x="2391740" y="1739900"/>
                </a:lnTo>
                <a:lnTo>
                  <a:pt x="2410625" y="1689100"/>
                </a:lnTo>
                <a:lnTo>
                  <a:pt x="2428583" y="1638300"/>
                </a:lnTo>
                <a:lnTo>
                  <a:pt x="2448826" y="1587500"/>
                </a:lnTo>
                <a:lnTo>
                  <a:pt x="2468041" y="1536700"/>
                </a:lnTo>
                <a:lnTo>
                  <a:pt x="2486101" y="1485900"/>
                </a:lnTo>
                <a:lnTo>
                  <a:pt x="2502878" y="1435100"/>
                </a:lnTo>
                <a:lnTo>
                  <a:pt x="2518257" y="1384300"/>
                </a:lnTo>
                <a:lnTo>
                  <a:pt x="2532113" y="1320800"/>
                </a:lnTo>
                <a:lnTo>
                  <a:pt x="2579636" y="1346200"/>
                </a:lnTo>
                <a:lnTo>
                  <a:pt x="2625445" y="1371600"/>
                </a:lnTo>
                <a:lnTo>
                  <a:pt x="2669349" y="1409700"/>
                </a:lnTo>
                <a:lnTo>
                  <a:pt x="2711183" y="1435100"/>
                </a:lnTo>
                <a:lnTo>
                  <a:pt x="2750743" y="1460500"/>
                </a:lnTo>
                <a:lnTo>
                  <a:pt x="2787853" y="1498600"/>
                </a:lnTo>
                <a:lnTo>
                  <a:pt x="2822346" y="1536700"/>
                </a:lnTo>
                <a:lnTo>
                  <a:pt x="2854033" y="1562100"/>
                </a:lnTo>
                <a:lnTo>
                  <a:pt x="2882735" y="1600200"/>
                </a:lnTo>
                <a:lnTo>
                  <a:pt x="2908274" y="1638300"/>
                </a:lnTo>
                <a:lnTo>
                  <a:pt x="2930448" y="1676400"/>
                </a:lnTo>
                <a:lnTo>
                  <a:pt x="2949117" y="1714500"/>
                </a:lnTo>
                <a:lnTo>
                  <a:pt x="2964065" y="1752600"/>
                </a:lnTo>
                <a:lnTo>
                  <a:pt x="2982785" y="1790700"/>
                </a:lnTo>
                <a:lnTo>
                  <a:pt x="3009163" y="1828800"/>
                </a:lnTo>
                <a:lnTo>
                  <a:pt x="3041764" y="1854200"/>
                </a:lnTo>
                <a:lnTo>
                  <a:pt x="3079115" y="1866900"/>
                </a:lnTo>
                <a:lnTo>
                  <a:pt x="3119793" y="1879600"/>
                </a:lnTo>
                <a:lnTo>
                  <a:pt x="3205289" y="1879600"/>
                </a:lnTo>
                <a:lnTo>
                  <a:pt x="3245027" y="1854200"/>
                </a:lnTo>
                <a:lnTo>
                  <a:pt x="3278403" y="1828800"/>
                </a:lnTo>
                <a:lnTo>
                  <a:pt x="3304705" y="1790700"/>
                </a:lnTo>
                <a:lnTo>
                  <a:pt x="3323196" y="1752600"/>
                </a:lnTo>
                <a:lnTo>
                  <a:pt x="3333178" y="1714500"/>
                </a:lnTo>
                <a:lnTo>
                  <a:pt x="3333927" y="167640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FF282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6950" y="178943"/>
            <a:ext cx="16294100" cy="155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FF282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63700" y="2930525"/>
            <a:ext cx="8811260" cy="375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83546" y="438425"/>
            <a:ext cx="9344025" cy="9344025"/>
            <a:chOff x="483546" y="438425"/>
            <a:chExt cx="9344025" cy="9344025"/>
          </a:xfrm>
        </p:grpSpPr>
        <p:sp>
          <p:nvSpPr>
            <p:cNvPr id="4" name="object 4" descr=""/>
            <p:cNvSpPr/>
            <p:nvPr/>
          </p:nvSpPr>
          <p:spPr>
            <a:xfrm>
              <a:off x="483546" y="438426"/>
              <a:ext cx="9344025" cy="9344025"/>
            </a:xfrm>
            <a:custGeom>
              <a:avLst/>
              <a:gdLst/>
              <a:ahLst/>
              <a:cxnLst/>
              <a:rect l="l" t="t" r="r" b="b"/>
              <a:pathLst>
                <a:path w="9344025" h="9344025">
                  <a:moveTo>
                    <a:pt x="0" y="8728820"/>
                  </a:moveTo>
                  <a:lnTo>
                    <a:pt x="0" y="613113"/>
                  </a:lnTo>
                  <a:lnTo>
                    <a:pt x="4530" y="570330"/>
                  </a:lnTo>
                  <a:lnTo>
                    <a:pt x="12638" y="524633"/>
                  </a:lnTo>
                  <a:lnTo>
                    <a:pt x="23792" y="480066"/>
                  </a:lnTo>
                  <a:lnTo>
                    <a:pt x="37881" y="436741"/>
                  </a:lnTo>
                  <a:lnTo>
                    <a:pt x="54792" y="394771"/>
                  </a:lnTo>
                  <a:lnTo>
                    <a:pt x="74411" y="354268"/>
                  </a:lnTo>
                  <a:lnTo>
                    <a:pt x="96627" y="315346"/>
                  </a:lnTo>
                  <a:lnTo>
                    <a:pt x="121326" y="278118"/>
                  </a:lnTo>
                  <a:lnTo>
                    <a:pt x="148395" y="242696"/>
                  </a:lnTo>
                  <a:lnTo>
                    <a:pt x="177721" y="209192"/>
                  </a:lnTo>
                  <a:lnTo>
                    <a:pt x="209192" y="177721"/>
                  </a:lnTo>
                  <a:lnTo>
                    <a:pt x="242696" y="148395"/>
                  </a:lnTo>
                  <a:lnTo>
                    <a:pt x="278118" y="121326"/>
                  </a:lnTo>
                  <a:lnTo>
                    <a:pt x="315346" y="96627"/>
                  </a:lnTo>
                  <a:lnTo>
                    <a:pt x="354268" y="74411"/>
                  </a:lnTo>
                  <a:lnTo>
                    <a:pt x="394771" y="54792"/>
                  </a:lnTo>
                  <a:lnTo>
                    <a:pt x="436741" y="37881"/>
                  </a:lnTo>
                  <a:lnTo>
                    <a:pt x="480066" y="23792"/>
                  </a:lnTo>
                  <a:lnTo>
                    <a:pt x="524633" y="12638"/>
                  </a:lnTo>
                  <a:lnTo>
                    <a:pt x="570330" y="4530"/>
                  </a:lnTo>
                  <a:lnTo>
                    <a:pt x="613113" y="0"/>
                  </a:lnTo>
                  <a:lnTo>
                    <a:pt x="8728820" y="0"/>
                  </a:lnTo>
                  <a:lnTo>
                    <a:pt x="8771603" y="4530"/>
                  </a:lnTo>
                  <a:lnTo>
                    <a:pt x="8817300" y="12638"/>
                  </a:lnTo>
                  <a:lnTo>
                    <a:pt x="8861867" y="23792"/>
                  </a:lnTo>
                  <a:lnTo>
                    <a:pt x="8905192" y="37881"/>
                  </a:lnTo>
                  <a:lnTo>
                    <a:pt x="8947162" y="54792"/>
                  </a:lnTo>
                  <a:lnTo>
                    <a:pt x="8987665" y="74411"/>
                  </a:lnTo>
                  <a:lnTo>
                    <a:pt x="9026587" y="96627"/>
                  </a:lnTo>
                  <a:lnTo>
                    <a:pt x="9063815" y="121326"/>
                  </a:lnTo>
                  <a:lnTo>
                    <a:pt x="9099237" y="148395"/>
                  </a:lnTo>
                  <a:lnTo>
                    <a:pt x="9132741" y="177721"/>
                  </a:lnTo>
                  <a:lnTo>
                    <a:pt x="9164212" y="209192"/>
                  </a:lnTo>
                  <a:lnTo>
                    <a:pt x="9193539" y="242696"/>
                  </a:lnTo>
                  <a:lnTo>
                    <a:pt x="9220608" y="278118"/>
                  </a:lnTo>
                  <a:lnTo>
                    <a:pt x="9245306" y="315346"/>
                  </a:lnTo>
                  <a:lnTo>
                    <a:pt x="9267522" y="354268"/>
                  </a:lnTo>
                  <a:lnTo>
                    <a:pt x="9287141" y="394771"/>
                  </a:lnTo>
                  <a:lnTo>
                    <a:pt x="9304052" y="436741"/>
                  </a:lnTo>
                  <a:lnTo>
                    <a:pt x="9318141" y="480066"/>
                  </a:lnTo>
                  <a:lnTo>
                    <a:pt x="9329295" y="524633"/>
                  </a:lnTo>
                  <a:lnTo>
                    <a:pt x="9337403" y="570330"/>
                  </a:lnTo>
                  <a:lnTo>
                    <a:pt x="9342350" y="617043"/>
                  </a:lnTo>
                  <a:lnTo>
                    <a:pt x="9343949" y="664659"/>
                  </a:lnTo>
                  <a:lnTo>
                    <a:pt x="9343949" y="8677274"/>
                  </a:lnTo>
                  <a:lnTo>
                    <a:pt x="9342350" y="8724890"/>
                  </a:lnTo>
                  <a:lnTo>
                    <a:pt x="9337403" y="8771603"/>
                  </a:lnTo>
                  <a:lnTo>
                    <a:pt x="9329295" y="8817300"/>
                  </a:lnTo>
                  <a:lnTo>
                    <a:pt x="9318141" y="8861867"/>
                  </a:lnTo>
                  <a:lnTo>
                    <a:pt x="9304052" y="8905192"/>
                  </a:lnTo>
                  <a:lnTo>
                    <a:pt x="9287141" y="8947162"/>
                  </a:lnTo>
                  <a:lnTo>
                    <a:pt x="9267522" y="8987665"/>
                  </a:lnTo>
                  <a:lnTo>
                    <a:pt x="9245306" y="9026587"/>
                  </a:lnTo>
                  <a:lnTo>
                    <a:pt x="9220608" y="9063815"/>
                  </a:lnTo>
                  <a:lnTo>
                    <a:pt x="9193539" y="9099237"/>
                  </a:lnTo>
                  <a:lnTo>
                    <a:pt x="9164212" y="9132741"/>
                  </a:lnTo>
                  <a:lnTo>
                    <a:pt x="9132741" y="9164212"/>
                  </a:lnTo>
                  <a:lnTo>
                    <a:pt x="9099237" y="9193538"/>
                  </a:lnTo>
                  <a:lnTo>
                    <a:pt x="9063815" y="9220607"/>
                  </a:lnTo>
                  <a:lnTo>
                    <a:pt x="9026587" y="9245306"/>
                  </a:lnTo>
                  <a:lnTo>
                    <a:pt x="8987665" y="9267522"/>
                  </a:lnTo>
                  <a:lnTo>
                    <a:pt x="8947162" y="9287141"/>
                  </a:lnTo>
                  <a:lnTo>
                    <a:pt x="8905192" y="9304052"/>
                  </a:lnTo>
                  <a:lnTo>
                    <a:pt x="8861867" y="9318141"/>
                  </a:lnTo>
                  <a:lnTo>
                    <a:pt x="8817300" y="9329295"/>
                  </a:lnTo>
                  <a:lnTo>
                    <a:pt x="8771603" y="9337403"/>
                  </a:lnTo>
                  <a:lnTo>
                    <a:pt x="8724890" y="9342350"/>
                  </a:lnTo>
                  <a:lnTo>
                    <a:pt x="8687379" y="9343669"/>
                  </a:lnTo>
                  <a:lnTo>
                    <a:pt x="654554" y="9343669"/>
                  </a:lnTo>
                  <a:lnTo>
                    <a:pt x="570330" y="9337403"/>
                  </a:lnTo>
                  <a:lnTo>
                    <a:pt x="524633" y="9329295"/>
                  </a:lnTo>
                  <a:lnTo>
                    <a:pt x="480066" y="9318141"/>
                  </a:lnTo>
                  <a:lnTo>
                    <a:pt x="436741" y="9304052"/>
                  </a:lnTo>
                  <a:lnTo>
                    <a:pt x="394771" y="9287141"/>
                  </a:lnTo>
                  <a:lnTo>
                    <a:pt x="354268" y="9267522"/>
                  </a:lnTo>
                  <a:lnTo>
                    <a:pt x="315346" y="9245306"/>
                  </a:lnTo>
                  <a:lnTo>
                    <a:pt x="278118" y="9220607"/>
                  </a:lnTo>
                  <a:lnTo>
                    <a:pt x="242696" y="9193538"/>
                  </a:lnTo>
                  <a:lnTo>
                    <a:pt x="209192" y="9164212"/>
                  </a:lnTo>
                  <a:lnTo>
                    <a:pt x="177721" y="9132741"/>
                  </a:lnTo>
                  <a:lnTo>
                    <a:pt x="148395" y="9099237"/>
                  </a:lnTo>
                  <a:lnTo>
                    <a:pt x="121326" y="9063815"/>
                  </a:lnTo>
                  <a:lnTo>
                    <a:pt x="96627" y="9026587"/>
                  </a:lnTo>
                  <a:lnTo>
                    <a:pt x="74411" y="8987665"/>
                  </a:lnTo>
                  <a:lnTo>
                    <a:pt x="54792" y="8947162"/>
                  </a:lnTo>
                  <a:lnTo>
                    <a:pt x="37881" y="8905192"/>
                  </a:lnTo>
                  <a:lnTo>
                    <a:pt x="23792" y="8861867"/>
                  </a:lnTo>
                  <a:lnTo>
                    <a:pt x="12638" y="8817300"/>
                  </a:lnTo>
                  <a:lnTo>
                    <a:pt x="4530" y="8771603"/>
                  </a:lnTo>
                  <a:lnTo>
                    <a:pt x="0" y="87288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546" y="438425"/>
              <a:ext cx="9343957" cy="934366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83539" y="438428"/>
              <a:ext cx="9344025" cy="9344025"/>
            </a:xfrm>
            <a:custGeom>
              <a:avLst/>
              <a:gdLst/>
              <a:ahLst/>
              <a:cxnLst/>
              <a:rect l="l" t="t" r="r" b="b"/>
              <a:pathLst>
                <a:path w="9344025" h="9344025">
                  <a:moveTo>
                    <a:pt x="9343949" y="664667"/>
                  </a:moveTo>
                  <a:lnTo>
                    <a:pt x="9342349" y="617042"/>
                  </a:lnTo>
                  <a:lnTo>
                    <a:pt x="9337408" y="570331"/>
                  </a:lnTo>
                  <a:lnTo>
                    <a:pt x="9329293" y="524637"/>
                  </a:lnTo>
                  <a:lnTo>
                    <a:pt x="9318142" y="480072"/>
                  </a:lnTo>
                  <a:lnTo>
                    <a:pt x="9304058" y="436740"/>
                  </a:lnTo>
                  <a:lnTo>
                    <a:pt x="9287142" y="394779"/>
                  </a:lnTo>
                  <a:lnTo>
                    <a:pt x="9267520" y="354266"/>
                  </a:lnTo>
                  <a:lnTo>
                    <a:pt x="9245308" y="315353"/>
                  </a:lnTo>
                  <a:lnTo>
                    <a:pt x="9220606" y="278117"/>
                  </a:lnTo>
                  <a:lnTo>
                    <a:pt x="9193543" y="242697"/>
                  </a:lnTo>
                  <a:lnTo>
                    <a:pt x="9164218" y="209194"/>
                  </a:lnTo>
                  <a:lnTo>
                    <a:pt x="9132748" y="177723"/>
                  </a:lnTo>
                  <a:lnTo>
                    <a:pt x="9099232" y="148399"/>
                  </a:lnTo>
                  <a:lnTo>
                    <a:pt x="9063812" y="121323"/>
                  </a:lnTo>
                  <a:lnTo>
                    <a:pt x="9026588" y="96634"/>
                  </a:lnTo>
                  <a:lnTo>
                    <a:pt x="8987663" y="74409"/>
                  </a:lnTo>
                  <a:lnTo>
                    <a:pt x="8947163" y="54800"/>
                  </a:lnTo>
                  <a:lnTo>
                    <a:pt x="8905189" y="37884"/>
                  </a:lnTo>
                  <a:lnTo>
                    <a:pt x="8861869" y="23799"/>
                  </a:lnTo>
                  <a:lnTo>
                    <a:pt x="8817305" y="12636"/>
                  </a:lnTo>
                  <a:lnTo>
                    <a:pt x="8771611" y="4533"/>
                  </a:lnTo>
                  <a:lnTo>
                    <a:pt x="8728824" y="0"/>
                  </a:lnTo>
                  <a:lnTo>
                    <a:pt x="613117" y="0"/>
                  </a:lnTo>
                  <a:lnTo>
                    <a:pt x="570331" y="4533"/>
                  </a:lnTo>
                  <a:lnTo>
                    <a:pt x="524637" y="12636"/>
                  </a:lnTo>
                  <a:lnTo>
                    <a:pt x="480072" y="23799"/>
                  </a:lnTo>
                  <a:lnTo>
                    <a:pt x="436740" y="37884"/>
                  </a:lnTo>
                  <a:lnTo>
                    <a:pt x="394766" y="54800"/>
                  </a:lnTo>
                  <a:lnTo>
                    <a:pt x="354266" y="74409"/>
                  </a:lnTo>
                  <a:lnTo>
                    <a:pt x="315341" y="96634"/>
                  </a:lnTo>
                  <a:lnTo>
                    <a:pt x="278117" y="121323"/>
                  </a:lnTo>
                  <a:lnTo>
                    <a:pt x="242697" y="148399"/>
                  </a:lnTo>
                  <a:lnTo>
                    <a:pt x="209194" y="177723"/>
                  </a:lnTo>
                  <a:lnTo>
                    <a:pt x="177723" y="209194"/>
                  </a:lnTo>
                  <a:lnTo>
                    <a:pt x="148399" y="242697"/>
                  </a:lnTo>
                  <a:lnTo>
                    <a:pt x="121323" y="278117"/>
                  </a:lnTo>
                  <a:lnTo>
                    <a:pt x="96621" y="315353"/>
                  </a:lnTo>
                  <a:lnTo>
                    <a:pt x="74409" y="354266"/>
                  </a:lnTo>
                  <a:lnTo>
                    <a:pt x="54787" y="394779"/>
                  </a:lnTo>
                  <a:lnTo>
                    <a:pt x="37884" y="436740"/>
                  </a:lnTo>
                  <a:lnTo>
                    <a:pt x="23787" y="480072"/>
                  </a:lnTo>
                  <a:lnTo>
                    <a:pt x="12636" y="524637"/>
                  </a:lnTo>
                  <a:lnTo>
                    <a:pt x="4533" y="570331"/>
                  </a:lnTo>
                  <a:lnTo>
                    <a:pt x="0" y="613117"/>
                  </a:lnTo>
                  <a:lnTo>
                    <a:pt x="0" y="8728824"/>
                  </a:lnTo>
                  <a:lnTo>
                    <a:pt x="4533" y="8771611"/>
                  </a:lnTo>
                  <a:lnTo>
                    <a:pt x="12636" y="8817305"/>
                  </a:lnTo>
                  <a:lnTo>
                    <a:pt x="23787" y="8861869"/>
                  </a:lnTo>
                  <a:lnTo>
                    <a:pt x="37884" y="8905202"/>
                  </a:lnTo>
                  <a:lnTo>
                    <a:pt x="54787" y="8947163"/>
                  </a:lnTo>
                  <a:lnTo>
                    <a:pt x="74409" y="8987663"/>
                  </a:lnTo>
                  <a:lnTo>
                    <a:pt x="96621" y="9026588"/>
                  </a:lnTo>
                  <a:lnTo>
                    <a:pt x="121323" y="9063825"/>
                  </a:lnTo>
                  <a:lnTo>
                    <a:pt x="148399" y="9099245"/>
                  </a:lnTo>
                  <a:lnTo>
                    <a:pt x="177723" y="9132748"/>
                  </a:lnTo>
                  <a:lnTo>
                    <a:pt x="209194" y="9164218"/>
                  </a:lnTo>
                  <a:lnTo>
                    <a:pt x="242697" y="9193543"/>
                  </a:lnTo>
                  <a:lnTo>
                    <a:pt x="278117" y="9220606"/>
                  </a:lnTo>
                  <a:lnTo>
                    <a:pt x="315341" y="9245308"/>
                  </a:lnTo>
                  <a:lnTo>
                    <a:pt x="354266" y="9267520"/>
                  </a:lnTo>
                  <a:lnTo>
                    <a:pt x="394766" y="9287142"/>
                  </a:lnTo>
                  <a:lnTo>
                    <a:pt x="436740" y="9304058"/>
                  </a:lnTo>
                  <a:lnTo>
                    <a:pt x="480072" y="9318142"/>
                  </a:lnTo>
                  <a:lnTo>
                    <a:pt x="524637" y="9329293"/>
                  </a:lnTo>
                  <a:lnTo>
                    <a:pt x="570331" y="9337408"/>
                  </a:lnTo>
                  <a:lnTo>
                    <a:pt x="617042" y="9342349"/>
                  </a:lnTo>
                  <a:lnTo>
                    <a:pt x="654558" y="9343669"/>
                  </a:lnTo>
                  <a:lnTo>
                    <a:pt x="8687371" y="9343669"/>
                  </a:lnTo>
                  <a:lnTo>
                    <a:pt x="8771611" y="9337408"/>
                  </a:lnTo>
                  <a:lnTo>
                    <a:pt x="8817305" y="9329293"/>
                  </a:lnTo>
                  <a:lnTo>
                    <a:pt x="8861869" y="9318142"/>
                  </a:lnTo>
                  <a:lnTo>
                    <a:pt x="8905189" y="9304058"/>
                  </a:lnTo>
                  <a:lnTo>
                    <a:pt x="8947163" y="9287142"/>
                  </a:lnTo>
                  <a:lnTo>
                    <a:pt x="8987663" y="9267520"/>
                  </a:lnTo>
                  <a:lnTo>
                    <a:pt x="9026588" y="9245308"/>
                  </a:lnTo>
                  <a:lnTo>
                    <a:pt x="9063812" y="9220606"/>
                  </a:lnTo>
                  <a:lnTo>
                    <a:pt x="9099232" y="9193543"/>
                  </a:lnTo>
                  <a:lnTo>
                    <a:pt x="9132748" y="9164218"/>
                  </a:lnTo>
                  <a:lnTo>
                    <a:pt x="9164218" y="9132748"/>
                  </a:lnTo>
                  <a:lnTo>
                    <a:pt x="9193543" y="9099245"/>
                  </a:lnTo>
                  <a:lnTo>
                    <a:pt x="9220606" y="9063825"/>
                  </a:lnTo>
                  <a:lnTo>
                    <a:pt x="9245308" y="9026588"/>
                  </a:lnTo>
                  <a:lnTo>
                    <a:pt x="9267520" y="8987663"/>
                  </a:lnTo>
                  <a:lnTo>
                    <a:pt x="9287142" y="8947163"/>
                  </a:lnTo>
                  <a:lnTo>
                    <a:pt x="9304058" y="8905202"/>
                  </a:lnTo>
                  <a:lnTo>
                    <a:pt x="9318142" y="8861869"/>
                  </a:lnTo>
                  <a:lnTo>
                    <a:pt x="9329293" y="8817305"/>
                  </a:lnTo>
                  <a:lnTo>
                    <a:pt x="9337408" y="8771611"/>
                  </a:lnTo>
                  <a:lnTo>
                    <a:pt x="9342349" y="8724900"/>
                  </a:lnTo>
                  <a:lnTo>
                    <a:pt x="9343949" y="8677275"/>
                  </a:lnTo>
                  <a:lnTo>
                    <a:pt x="9343949" y="664667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9893417" y="407766"/>
            <a:ext cx="8134350" cy="9525000"/>
            <a:chOff x="9893417" y="407766"/>
            <a:chExt cx="8134350" cy="952500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93417" y="407766"/>
              <a:ext cx="8134349" cy="95249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040719" y="2175318"/>
              <a:ext cx="4321810" cy="4923790"/>
            </a:xfrm>
            <a:custGeom>
              <a:avLst/>
              <a:gdLst/>
              <a:ahLst/>
              <a:cxnLst/>
              <a:rect l="l" t="t" r="r" b="b"/>
              <a:pathLst>
                <a:path w="4321809" h="4923790">
                  <a:moveTo>
                    <a:pt x="3124727" y="500324"/>
                  </a:moveTo>
                  <a:lnTo>
                    <a:pt x="3086189" y="498635"/>
                  </a:lnTo>
                  <a:lnTo>
                    <a:pt x="3038004" y="460669"/>
                  </a:lnTo>
                  <a:lnTo>
                    <a:pt x="3028791" y="417543"/>
                  </a:lnTo>
                  <a:lnTo>
                    <a:pt x="3025180" y="378140"/>
                  </a:lnTo>
                  <a:lnTo>
                    <a:pt x="3024557" y="360906"/>
                  </a:lnTo>
                  <a:lnTo>
                    <a:pt x="3018613" y="358361"/>
                  </a:lnTo>
                  <a:lnTo>
                    <a:pt x="3005665" y="351710"/>
                  </a:lnTo>
                  <a:lnTo>
                    <a:pt x="2993044" y="342432"/>
                  </a:lnTo>
                  <a:lnTo>
                    <a:pt x="2988079" y="332004"/>
                  </a:lnTo>
                  <a:lnTo>
                    <a:pt x="2990184" y="322628"/>
                  </a:lnTo>
                  <a:lnTo>
                    <a:pt x="2995744" y="312641"/>
                  </a:lnTo>
                  <a:lnTo>
                    <a:pt x="3007546" y="297717"/>
                  </a:lnTo>
                  <a:lnTo>
                    <a:pt x="3028378" y="273535"/>
                  </a:lnTo>
                  <a:lnTo>
                    <a:pt x="3005590" y="245284"/>
                  </a:lnTo>
                  <a:lnTo>
                    <a:pt x="2995192" y="206007"/>
                  </a:lnTo>
                  <a:lnTo>
                    <a:pt x="2999388" y="155430"/>
                  </a:lnTo>
                  <a:lnTo>
                    <a:pt x="3020388" y="93278"/>
                  </a:lnTo>
                  <a:lnTo>
                    <a:pt x="3044205" y="55524"/>
                  </a:lnTo>
                  <a:lnTo>
                    <a:pt x="3074895" y="30875"/>
                  </a:lnTo>
                  <a:lnTo>
                    <a:pt x="3111595" y="16181"/>
                  </a:lnTo>
                  <a:lnTo>
                    <a:pt x="3153437" y="8295"/>
                  </a:lnTo>
                  <a:lnTo>
                    <a:pt x="3199557" y="4068"/>
                  </a:lnTo>
                  <a:lnTo>
                    <a:pt x="3249090" y="351"/>
                  </a:lnTo>
                  <a:lnTo>
                    <a:pt x="3306706" y="0"/>
                  </a:lnTo>
                  <a:lnTo>
                    <a:pt x="3356920" y="8875"/>
                  </a:lnTo>
                  <a:lnTo>
                    <a:pt x="3399203" y="25639"/>
                  </a:lnTo>
                  <a:lnTo>
                    <a:pt x="3433024" y="48953"/>
                  </a:lnTo>
                  <a:lnTo>
                    <a:pt x="3478471" y="119931"/>
                  </a:lnTo>
                  <a:lnTo>
                    <a:pt x="3490062" y="168661"/>
                  </a:lnTo>
                  <a:lnTo>
                    <a:pt x="3492817" y="220814"/>
                  </a:lnTo>
                  <a:lnTo>
                    <a:pt x="3486929" y="273535"/>
                  </a:lnTo>
                  <a:lnTo>
                    <a:pt x="3479236" y="324075"/>
                  </a:lnTo>
                  <a:lnTo>
                    <a:pt x="3475489" y="370545"/>
                  </a:lnTo>
                  <a:lnTo>
                    <a:pt x="3474246" y="411378"/>
                  </a:lnTo>
                  <a:lnTo>
                    <a:pt x="3474067" y="445010"/>
                  </a:lnTo>
                  <a:lnTo>
                    <a:pt x="3475422" y="474259"/>
                  </a:lnTo>
                  <a:lnTo>
                    <a:pt x="3478373" y="496688"/>
                  </a:lnTo>
                  <a:lnTo>
                    <a:pt x="3171617" y="496688"/>
                  </a:lnTo>
                  <a:lnTo>
                    <a:pt x="3157664" y="498289"/>
                  </a:lnTo>
                  <a:lnTo>
                    <a:pt x="3124727" y="500324"/>
                  </a:lnTo>
                  <a:close/>
                </a:path>
                <a:path w="4321809" h="4923790">
                  <a:moveTo>
                    <a:pt x="3643144" y="1143703"/>
                  </a:moveTo>
                  <a:lnTo>
                    <a:pt x="2812707" y="1143703"/>
                  </a:lnTo>
                  <a:lnTo>
                    <a:pt x="2821694" y="1095730"/>
                  </a:lnTo>
                  <a:lnTo>
                    <a:pt x="2845586" y="980965"/>
                  </a:lnTo>
                  <a:lnTo>
                    <a:pt x="2845687" y="980481"/>
                  </a:lnTo>
                  <a:lnTo>
                    <a:pt x="2880233" y="840959"/>
                  </a:lnTo>
                  <a:lnTo>
                    <a:pt x="2920880" y="720167"/>
                  </a:lnTo>
                  <a:lnTo>
                    <a:pt x="2983182" y="641029"/>
                  </a:lnTo>
                  <a:lnTo>
                    <a:pt x="3065366" y="593149"/>
                  </a:lnTo>
                  <a:lnTo>
                    <a:pt x="3136996" y="569542"/>
                  </a:lnTo>
                  <a:lnTo>
                    <a:pt x="3167636" y="563225"/>
                  </a:lnTo>
                  <a:lnTo>
                    <a:pt x="3171302" y="501945"/>
                  </a:lnTo>
                  <a:lnTo>
                    <a:pt x="3171399" y="500324"/>
                  </a:lnTo>
                  <a:lnTo>
                    <a:pt x="3171500" y="498635"/>
                  </a:lnTo>
                  <a:lnTo>
                    <a:pt x="3171617" y="496688"/>
                  </a:lnTo>
                  <a:lnTo>
                    <a:pt x="3478373" y="496688"/>
                  </a:lnTo>
                  <a:lnTo>
                    <a:pt x="3479064" y="501945"/>
                  </a:lnTo>
                  <a:lnTo>
                    <a:pt x="3483972" y="526503"/>
                  </a:lnTo>
                  <a:lnTo>
                    <a:pt x="3357834" y="526503"/>
                  </a:lnTo>
                  <a:lnTo>
                    <a:pt x="3357834" y="548731"/>
                  </a:lnTo>
                  <a:lnTo>
                    <a:pt x="3417439" y="561790"/>
                  </a:lnTo>
                  <a:lnTo>
                    <a:pt x="3468813" y="580828"/>
                  </a:lnTo>
                  <a:lnTo>
                    <a:pt x="3512820" y="603821"/>
                  </a:lnTo>
                  <a:lnTo>
                    <a:pt x="3550321" y="628741"/>
                  </a:lnTo>
                  <a:lnTo>
                    <a:pt x="3582177" y="653563"/>
                  </a:lnTo>
                  <a:lnTo>
                    <a:pt x="3629707" y="700514"/>
                  </a:lnTo>
                  <a:lnTo>
                    <a:pt x="3649094" y="774828"/>
                  </a:lnTo>
                  <a:lnTo>
                    <a:pt x="3651731" y="828908"/>
                  </a:lnTo>
                  <a:lnTo>
                    <a:pt x="3652088" y="888676"/>
                  </a:lnTo>
                  <a:lnTo>
                    <a:pt x="3652164" y="980965"/>
                  </a:lnTo>
                  <a:lnTo>
                    <a:pt x="3643983" y="1135640"/>
                  </a:lnTo>
                  <a:lnTo>
                    <a:pt x="3643898" y="1137258"/>
                  </a:lnTo>
                  <a:lnTo>
                    <a:pt x="3643144" y="1143703"/>
                  </a:lnTo>
                  <a:close/>
                </a:path>
                <a:path w="4321809" h="4923790">
                  <a:moveTo>
                    <a:pt x="2337525" y="1088438"/>
                  </a:moveTo>
                  <a:lnTo>
                    <a:pt x="2244471" y="918956"/>
                  </a:lnTo>
                  <a:lnTo>
                    <a:pt x="1536559" y="918956"/>
                  </a:lnTo>
                  <a:lnTo>
                    <a:pt x="1487389" y="911025"/>
                  </a:lnTo>
                  <a:lnTo>
                    <a:pt x="1444542" y="888867"/>
                  </a:lnTo>
                  <a:lnTo>
                    <a:pt x="1410755" y="855079"/>
                  </a:lnTo>
                  <a:lnTo>
                    <a:pt x="1388581" y="812134"/>
                  </a:lnTo>
                  <a:lnTo>
                    <a:pt x="1380639" y="762896"/>
                  </a:lnTo>
                  <a:lnTo>
                    <a:pt x="1380639" y="673349"/>
                  </a:lnTo>
                  <a:lnTo>
                    <a:pt x="1388597" y="624014"/>
                  </a:lnTo>
                  <a:lnTo>
                    <a:pt x="1410755" y="581167"/>
                  </a:lnTo>
                  <a:lnTo>
                    <a:pt x="1444543" y="547379"/>
                  </a:lnTo>
                  <a:lnTo>
                    <a:pt x="1487390" y="525221"/>
                  </a:lnTo>
                  <a:lnTo>
                    <a:pt x="1536725" y="517264"/>
                  </a:lnTo>
                  <a:lnTo>
                    <a:pt x="2337004" y="517264"/>
                  </a:lnTo>
                  <a:lnTo>
                    <a:pt x="2386339" y="525221"/>
                  </a:lnTo>
                  <a:lnTo>
                    <a:pt x="2429186" y="547379"/>
                  </a:lnTo>
                  <a:lnTo>
                    <a:pt x="2462974" y="581167"/>
                  </a:lnTo>
                  <a:lnTo>
                    <a:pt x="2485132" y="624014"/>
                  </a:lnTo>
                  <a:lnTo>
                    <a:pt x="2493090" y="673349"/>
                  </a:lnTo>
                  <a:lnTo>
                    <a:pt x="2493090" y="762896"/>
                  </a:lnTo>
                  <a:lnTo>
                    <a:pt x="2485163" y="812134"/>
                  </a:lnTo>
                  <a:lnTo>
                    <a:pt x="2463087" y="854912"/>
                  </a:lnTo>
                  <a:lnTo>
                    <a:pt x="2429418" y="888676"/>
                  </a:lnTo>
                  <a:lnTo>
                    <a:pt x="2386712" y="910876"/>
                  </a:lnTo>
                  <a:lnTo>
                    <a:pt x="2337525" y="918956"/>
                  </a:lnTo>
                  <a:lnTo>
                    <a:pt x="2337525" y="1088438"/>
                  </a:lnTo>
                  <a:close/>
                </a:path>
                <a:path w="4321809" h="4923790">
                  <a:moveTo>
                    <a:pt x="3455332" y="549090"/>
                  </a:moveTo>
                  <a:lnTo>
                    <a:pt x="3411676" y="541625"/>
                  </a:lnTo>
                  <a:lnTo>
                    <a:pt x="3373922" y="531573"/>
                  </a:lnTo>
                  <a:lnTo>
                    <a:pt x="3357734" y="526503"/>
                  </a:lnTo>
                  <a:lnTo>
                    <a:pt x="3483972" y="526503"/>
                  </a:lnTo>
                  <a:lnTo>
                    <a:pt x="3489125" y="546368"/>
                  </a:lnTo>
                  <a:lnTo>
                    <a:pt x="3455332" y="549090"/>
                  </a:lnTo>
                  <a:close/>
                </a:path>
                <a:path w="4321809" h="4923790">
                  <a:moveTo>
                    <a:pt x="3492364" y="1781892"/>
                  </a:moveTo>
                  <a:lnTo>
                    <a:pt x="2233483" y="1781892"/>
                  </a:lnTo>
                  <a:lnTo>
                    <a:pt x="2227605" y="1779348"/>
                  </a:lnTo>
                  <a:lnTo>
                    <a:pt x="2223479" y="1773517"/>
                  </a:lnTo>
                  <a:lnTo>
                    <a:pt x="2223479" y="1230150"/>
                  </a:lnTo>
                  <a:lnTo>
                    <a:pt x="2230896" y="1222733"/>
                  </a:lnTo>
                  <a:lnTo>
                    <a:pt x="2554140" y="1222733"/>
                  </a:lnTo>
                  <a:lnTo>
                    <a:pt x="2593283" y="1191716"/>
                  </a:lnTo>
                  <a:lnTo>
                    <a:pt x="2644623" y="1166990"/>
                  </a:lnTo>
                  <a:lnTo>
                    <a:pt x="2696788" y="1148576"/>
                  </a:lnTo>
                  <a:lnTo>
                    <a:pt x="2738406" y="1136490"/>
                  </a:lnTo>
                  <a:lnTo>
                    <a:pt x="2768326" y="1132603"/>
                  </a:lnTo>
                  <a:lnTo>
                    <a:pt x="2791833" y="1135640"/>
                  </a:lnTo>
                  <a:lnTo>
                    <a:pt x="2807201" y="1140905"/>
                  </a:lnTo>
                  <a:lnTo>
                    <a:pt x="2812707" y="1143703"/>
                  </a:lnTo>
                  <a:lnTo>
                    <a:pt x="3643144" y="1143703"/>
                  </a:lnTo>
                  <a:lnTo>
                    <a:pt x="3624823" y="1300393"/>
                  </a:lnTo>
                  <a:lnTo>
                    <a:pt x="3605577" y="1428776"/>
                  </a:lnTo>
                  <a:lnTo>
                    <a:pt x="3596798" y="1480813"/>
                  </a:lnTo>
                  <a:lnTo>
                    <a:pt x="3596327" y="1487547"/>
                  </a:lnTo>
                  <a:lnTo>
                    <a:pt x="3587763" y="1561286"/>
                  </a:lnTo>
                  <a:lnTo>
                    <a:pt x="3576469" y="1641533"/>
                  </a:lnTo>
                  <a:lnTo>
                    <a:pt x="3563643" y="1690120"/>
                  </a:lnTo>
                  <a:lnTo>
                    <a:pt x="3543157" y="1729140"/>
                  </a:lnTo>
                  <a:lnTo>
                    <a:pt x="3518300" y="1759446"/>
                  </a:lnTo>
                  <a:lnTo>
                    <a:pt x="3492364" y="1781892"/>
                  </a:lnTo>
                  <a:close/>
                </a:path>
                <a:path w="4321809" h="4923790">
                  <a:moveTo>
                    <a:pt x="4007676" y="1465783"/>
                  </a:moveTo>
                  <a:lnTo>
                    <a:pt x="3934043" y="1465783"/>
                  </a:lnTo>
                  <a:lnTo>
                    <a:pt x="4009010" y="1364896"/>
                  </a:lnTo>
                  <a:lnTo>
                    <a:pt x="4061480" y="1410570"/>
                  </a:lnTo>
                  <a:lnTo>
                    <a:pt x="4007676" y="1465783"/>
                  </a:lnTo>
                  <a:close/>
                </a:path>
                <a:path w="4321809" h="4923790">
                  <a:moveTo>
                    <a:pt x="1555212" y="1781892"/>
                  </a:moveTo>
                  <a:lnTo>
                    <a:pt x="820207" y="1781892"/>
                  </a:lnTo>
                  <a:lnTo>
                    <a:pt x="820207" y="1472972"/>
                  </a:lnTo>
                  <a:lnTo>
                    <a:pt x="826437" y="1442111"/>
                  </a:lnTo>
                  <a:lnTo>
                    <a:pt x="843428" y="1416910"/>
                  </a:lnTo>
                  <a:lnTo>
                    <a:pt x="868630" y="1399918"/>
                  </a:lnTo>
                  <a:lnTo>
                    <a:pt x="899492" y="1393687"/>
                  </a:lnTo>
                  <a:lnTo>
                    <a:pt x="1555212" y="1393687"/>
                  </a:lnTo>
                  <a:lnTo>
                    <a:pt x="1555212" y="1781892"/>
                  </a:lnTo>
                  <a:close/>
                </a:path>
                <a:path w="4321809" h="4923790">
                  <a:moveTo>
                    <a:pt x="3934043" y="1638932"/>
                  </a:moveTo>
                  <a:lnTo>
                    <a:pt x="3753527" y="1638932"/>
                  </a:lnTo>
                  <a:lnTo>
                    <a:pt x="3753527" y="1458417"/>
                  </a:lnTo>
                  <a:lnTo>
                    <a:pt x="3934043" y="1458417"/>
                  </a:lnTo>
                  <a:lnTo>
                    <a:pt x="3934043" y="1465783"/>
                  </a:lnTo>
                  <a:lnTo>
                    <a:pt x="4007676" y="1465783"/>
                  </a:lnTo>
                  <a:lnTo>
                    <a:pt x="3934043" y="1541345"/>
                  </a:lnTo>
                  <a:lnTo>
                    <a:pt x="3934043" y="1638932"/>
                  </a:lnTo>
                  <a:close/>
                </a:path>
                <a:path w="4321809" h="4923790">
                  <a:moveTo>
                    <a:pt x="2638302" y="4806671"/>
                  </a:moveTo>
                  <a:lnTo>
                    <a:pt x="2007697" y="4806671"/>
                  </a:lnTo>
                  <a:lnTo>
                    <a:pt x="2007697" y="4560960"/>
                  </a:lnTo>
                  <a:lnTo>
                    <a:pt x="61242" y="4560960"/>
                  </a:lnTo>
                  <a:lnTo>
                    <a:pt x="37403" y="4556147"/>
                  </a:lnTo>
                  <a:lnTo>
                    <a:pt x="17937" y="4543023"/>
                  </a:lnTo>
                  <a:lnTo>
                    <a:pt x="4812" y="4523556"/>
                  </a:lnTo>
                  <a:lnTo>
                    <a:pt x="0" y="4499718"/>
                  </a:lnTo>
                  <a:lnTo>
                    <a:pt x="0" y="4173686"/>
                  </a:lnTo>
                  <a:lnTo>
                    <a:pt x="4812" y="4149847"/>
                  </a:lnTo>
                  <a:lnTo>
                    <a:pt x="17937" y="4130381"/>
                  </a:lnTo>
                  <a:lnTo>
                    <a:pt x="37403" y="4117256"/>
                  </a:lnTo>
                  <a:lnTo>
                    <a:pt x="61242" y="4112444"/>
                  </a:lnTo>
                  <a:lnTo>
                    <a:pt x="416700" y="4112444"/>
                  </a:lnTo>
                  <a:lnTo>
                    <a:pt x="416700" y="1926827"/>
                  </a:lnTo>
                  <a:lnTo>
                    <a:pt x="424088" y="1881016"/>
                  </a:lnTo>
                  <a:lnTo>
                    <a:pt x="444664" y="1841230"/>
                  </a:lnTo>
                  <a:lnTo>
                    <a:pt x="476038" y="1809856"/>
                  </a:lnTo>
                  <a:lnTo>
                    <a:pt x="515824" y="1789281"/>
                  </a:lnTo>
                  <a:lnTo>
                    <a:pt x="561634" y="1781892"/>
                  </a:lnTo>
                  <a:lnTo>
                    <a:pt x="4070698" y="1781575"/>
                  </a:lnTo>
                  <a:lnTo>
                    <a:pt x="4113445" y="1787307"/>
                  </a:lnTo>
                  <a:lnTo>
                    <a:pt x="4151831" y="1803545"/>
                  </a:lnTo>
                  <a:lnTo>
                    <a:pt x="4184314" y="1828740"/>
                  </a:lnTo>
                  <a:lnTo>
                    <a:pt x="4209352" y="1861344"/>
                  </a:lnTo>
                  <a:lnTo>
                    <a:pt x="4225405" y="1899807"/>
                  </a:lnTo>
                  <a:lnTo>
                    <a:pt x="4230931" y="1942581"/>
                  </a:lnTo>
                  <a:lnTo>
                    <a:pt x="4229299" y="2230451"/>
                  </a:lnTo>
                  <a:lnTo>
                    <a:pt x="4229298" y="3120940"/>
                  </a:lnTo>
                  <a:lnTo>
                    <a:pt x="4111573" y="3120940"/>
                  </a:lnTo>
                  <a:lnTo>
                    <a:pt x="4063509" y="3126477"/>
                  </a:lnTo>
                  <a:lnTo>
                    <a:pt x="4019388" y="3142246"/>
                  </a:lnTo>
                  <a:lnTo>
                    <a:pt x="3980468" y="3166991"/>
                  </a:lnTo>
                  <a:lnTo>
                    <a:pt x="3948006" y="3199453"/>
                  </a:lnTo>
                  <a:lnTo>
                    <a:pt x="3923261" y="3238374"/>
                  </a:lnTo>
                  <a:lnTo>
                    <a:pt x="3907492" y="3282495"/>
                  </a:lnTo>
                  <a:lnTo>
                    <a:pt x="3901956" y="3330559"/>
                  </a:lnTo>
                  <a:lnTo>
                    <a:pt x="3907492" y="3378622"/>
                  </a:lnTo>
                  <a:lnTo>
                    <a:pt x="3923261" y="3422743"/>
                  </a:lnTo>
                  <a:lnTo>
                    <a:pt x="3948006" y="3461663"/>
                  </a:lnTo>
                  <a:lnTo>
                    <a:pt x="3980468" y="3494125"/>
                  </a:lnTo>
                  <a:lnTo>
                    <a:pt x="4019388" y="3518870"/>
                  </a:lnTo>
                  <a:lnTo>
                    <a:pt x="4063509" y="3534639"/>
                  </a:lnTo>
                  <a:lnTo>
                    <a:pt x="4111573" y="3540176"/>
                  </a:lnTo>
                  <a:lnTo>
                    <a:pt x="4229298" y="3540176"/>
                  </a:lnTo>
                  <a:lnTo>
                    <a:pt x="4229299" y="4318408"/>
                  </a:lnTo>
                  <a:lnTo>
                    <a:pt x="4221910" y="4364219"/>
                  </a:lnTo>
                  <a:lnTo>
                    <a:pt x="4201334" y="4404005"/>
                  </a:lnTo>
                  <a:lnTo>
                    <a:pt x="4169960" y="4435379"/>
                  </a:lnTo>
                  <a:lnTo>
                    <a:pt x="4130174" y="4455954"/>
                  </a:lnTo>
                  <a:lnTo>
                    <a:pt x="4084364" y="4463343"/>
                  </a:lnTo>
                  <a:lnTo>
                    <a:pt x="2638302" y="4463343"/>
                  </a:lnTo>
                  <a:lnTo>
                    <a:pt x="2638302" y="4806671"/>
                  </a:lnTo>
                  <a:close/>
                </a:path>
                <a:path w="4321809" h="4923790">
                  <a:moveTo>
                    <a:pt x="4111573" y="3540176"/>
                  </a:moveTo>
                  <a:lnTo>
                    <a:pt x="4063509" y="3534639"/>
                  </a:lnTo>
                  <a:lnTo>
                    <a:pt x="4019388" y="3518870"/>
                  </a:lnTo>
                  <a:lnTo>
                    <a:pt x="3980468" y="3494125"/>
                  </a:lnTo>
                  <a:lnTo>
                    <a:pt x="3948006" y="3461663"/>
                  </a:lnTo>
                  <a:lnTo>
                    <a:pt x="3923261" y="3422743"/>
                  </a:lnTo>
                  <a:lnTo>
                    <a:pt x="3907492" y="3378622"/>
                  </a:lnTo>
                  <a:lnTo>
                    <a:pt x="3901956" y="3330559"/>
                  </a:lnTo>
                  <a:lnTo>
                    <a:pt x="3907492" y="3282495"/>
                  </a:lnTo>
                  <a:lnTo>
                    <a:pt x="3923261" y="3238374"/>
                  </a:lnTo>
                  <a:lnTo>
                    <a:pt x="3948006" y="3199453"/>
                  </a:lnTo>
                  <a:lnTo>
                    <a:pt x="3980468" y="3166991"/>
                  </a:lnTo>
                  <a:lnTo>
                    <a:pt x="4019388" y="3142246"/>
                  </a:lnTo>
                  <a:lnTo>
                    <a:pt x="4063509" y="3126477"/>
                  </a:lnTo>
                  <a:lnTo>
                    <a:pt x="4111573" y="3120940"/>
                  </a:lnTo>
                  <a:lnTo>
                    <a:pt x="4159635" y="3126477"/>
                  </a:lnTo>
                  <a:lnTo>
                    <a:pt x="4203756" y="3142246"/>
                  </a:lnTo>
                  <a:lnTo>
                    <a:pt x="4229298" y="3158485"/>
                  </a:lnTo>
                  <a:lnTo>
                    <a:pt x="4229298" y="3502631"/>
                  </a:lnTo>
                  <a:lnTo>
                    <a:pt x="4203757" y="3518870"/>
                  </a:lnTo>
                  <a:lnTo>
                    <a:pt x="4159636" y="3534639"/>
                  </a:lnTo>
                  <a:lnTo>
                    <a:pt x="4111573" y="3540176"/>
                  </a:lnTo>
                  <a:close/>
                </a:path>
                <a:path w="4321809" h="4923790">
                  <a:moveTo>
                    <a:pt x="4229298" y="3158485"/>
                  </a:moveTo>
                  <a:lnTo>
                    <a:pt x="4203756" y="3142246"/>
                  </a:lnTo>
                  <a:lnTo>
                    <a:pt x="4159635" y="3126477"/>
                  </a:lnTo>
                  <a:lnTo>
                    <a:pt x="4111573" y="3120940"/>
                  </a:lnTo>
                  <a:lnTo>
                    <a:pt x="4229298" y="3120940"/>
                  </a:lnTo>
                  <a:lnTo>
                    <a:pt x="4229298" y="3158485"/>
                  </a:lnTo>
                  <a:close/>
                </a:path>
                <a:path w="4321809" h="4923790">
                  <a:moveTo>
                    <a:pt x="4229299" y="3502631"/>
                  </a:moveTo>
                  <a:lnTo>
                    <a:pt x="4229298" y="3158485"/>
                  </a:lnTo>
                  <a:lnTo>
                    <a:pt x="4242677" y="3166991"/>
                  </a:lnTo>
                  <a:lnTo>
                    <a:pt x="4275139" y="3199453"/>
                  </a:lnTo>
                  <a:lnTo>
                    <a:pt x="4299884" y="3238374"/>
                  </a:lnTo>
                  <a:lnTo>
                    <a:pt x="4315653" y="3282495"/>
                  </a:lnTo>
                  <a:lnTo>
                    <a:pt x="4321190" y="3330559"/>
                  </a:lnTo>
                  <a:lnTo>
                    <a:pt x="4315654" y="3378622"/>
                  </a:lnTo>
                  <a:lnTo>
                    <a:pt x="4299884" y="3422743"/>
                  </a:lnTo>
                  <a:lnTo>
                    <a:pt x="4275139" y="3461663"/>
                  </a:lnTo>
                  <a:lnTo>
                    <a:pt x="4242677" y="3494125"/>
                  </a:lnTo>
                  <a:lnTo>
                    <a:pt x="4229299" y="3502631"/>
                  </a:lnTo>
                  <a:close/>
                </a:path>
                <a:path w="4321809" h="4923790">
                  <a:moveTo>
                    <a:pt x="4229298" y="3540176"/>
                  </a:moveTo>
                  <a:lnTo>
                    <a:pt x="4111573" y="3540176"/>
                  </a:lnTo>
                  <a:lnTo>
                    <a:pt x="4159636" y="3534639"/>
                  </a:lnTo>
                  <a:lnTo>
                    <a:pt x="4203757" y="3518870"/>
                  </a:lnTo>
                  <a:lnTo>
                    <a:pt x="4229299" y="3502631"/>
                  </a:lnTo>
                  <a:lnTo>
                    <a:pt x="4229298" y="3540176"/>
                  </a:lnTo>
                  <a:close/>
                </a:path>
                <a:path w="4321809" h="4923790">
                  <a:moveTo>
                    <a:pt x="2886293" y="4923449"/>
                  </a:moveTo>
                  <a:lnTo>
                    <a:pt x="1759706" y="4923449"/>
                  </a:lnTo>
                  <a:lnTo>
                    <a:pt x="1748278" y="4921142"/>
                  </a:lnTo>
                  <a:lnTo>
                    <a:pt x="1738947" y="4914850"/>
                  </a:lnTo>
                  <a:lnTo>
                    <a:pt x="1732655" y="4905518"/>
                  </a:lnTo>
                  <a:lnTo>
                    <a:pt x="1730348" y="4894091"/>
                  </a:lnTo>
                  <a:lnTo>
                    <a:pt x="1730348" y="4836029"/>
                  </a:lnTo>
                  <a:lnTo>
                    <a:pt x="1732655" y="4824601"/>
                  </a:lnTo>
                  <a:lnTo>
                    <a:pt x="1738947" y="4815269"/>
                  </a:lnTo>
                  <a:lnTo>
                    <a:pt x="1748278" y="4808978"/>
                  </a:lnTo>
                  <a:lnTo>
                    <a:pt x="1759706" y="4806671"/>
                  </a:lnTo>
                  <a:lnTo>
                    <a:pt x="2886293" y="4806671"/>
                  </a:lnTo>
                  <a:lnTo>
                    <a:pt x="2897720" y="4808978"/>
                  </a:lnTo>
                  <a:lnTo>
                    <a:pt x="2907052" y="4815269"/>
                  </a:lnTo>
                  <a:lnTo>
                    <a:pt x="2913344" y="4824601"/>
                  </a:lnTo>
                  <a:lnTo>
                    <a:pt x="2915651" y="4836029"/>
                  </a:lnTo>
                  <a:lnTo>
                    <a:pt x="2915651" y="4894091"/>
                  </a:lnTo>
                  <a:lnTo>
                    <a:pt x="2913344" y="4905518"/>
                  </a:lnTo>
                  <a:lnTo>
                    <a:pt x="2907052" y="4914850"/>
                  </a:lnTo>
                  <a:lnTo>
                    <a:pt x="2897720" y="4921142"/>
                  </a:lnTo>
                  <a:lnTo>
                    <a:pt x="2886293" y="4923449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170553" y="2791187"/>
              <a:ext cx="4363720" cy="3852545"/>
            </a:xfrm>
            <a:custGeom>
              <a:avLst/>
              <a:gdLst/>
              <a:ahLst/>
              <a:cxnLst/>
              <a:rect l="l" t="t" r="r" b="b"/>
              <a:pathLst>
                <a:path w="4363719" h="3852545">
                  <a:moveTo>
                    <a:pt x="3981738" y="2824392"/>
                  </a:moveTo>
                  <a:lnTo>
                    <a:pt x="3919734" y="2785970"/>
                  </a:lnTo>
                  <a:lnTo>
                    <a:pt x="3889223" y="2747731"/>
                  </a:lnTo>
                  <a:lnTo>
                    <a:pt x="3868111" y="2705508"/>
                  </a:lnTo>
                  <a:lnTo>
                    <a:pt x="3863205" y="2665826"/>
                  </a:lnTo>
                  <a:lnTo>
                    <a:pt x="3881308" y="2635210"/>
                  </a:lnTo>
                  <a:lnTo>
                    <a:pt x="3920648" y="2623313"/>
                  </a:lnTo>
                  <a:lnTo>
                    <a:pt x="3952543" y="2638129"/>
                  </a:lnTo>
                  <a:lnTo>
                    <a:pt x="3973928" y="2660828"/>
                  </a:lnTo>
                  <a:lnTo>
                    <a:pt x="3981738" y="2672579"/>
                  </a:lnTo>
                  <a:lnTo>
                    <a:pt x="4099436" y="2672579"/>
                  </a:lnTo>
                  <a:lnTo>
                    <a:pt x="4095365" y="2705508"/>
                  </a:lnTo>
                  <a:lnTo>
                    <a:pt x="4074254" y="2747731"/>
                  </a:lnTo>
                  <a:lnTo>
                    <a:pt x="4043742" y="2785970"/>
                  </a:lnTo>
                  <a:lnTo>
                    <a:pt x="4010635" y="2813699"/>
                  </a:lnTo>
                  <a:lnTo>
                    <a:pt x="3981738" y="2824392"/>
                  </a:lnTo>
                  <a:close/>
                </a:path>
                <a:path w="4363719" h="3852545">
                  <a:moveTo>
                    <a:pt x="4099436" y="2672579"/>
                  </a:moveTo>
                  <a:lnTo>
                    <a:pt x="3981738" y="2672579"/>
                  </a:lnTo>
                  <a:lnTo>
                    <a:pt x="3989547" y="2660828"/>
                  </a:lnTo>
                  <a:lnTo>
                    <a:pt x="4010933" y="2638129"/>
                  </a:lnTo>
                  <a:lnTo>
                    <a:pt x="4042828" y="2623313"/>
                  </a:lnTo>
                  <a:lnTo>
                    <a:pt x="4082168" y="2635210"/>
                  </a:lnTo>
                  <a:lnTo>
                    <a:pt x="4100271" y="2665826"/>
                  </a:lnTo>
                  <a:lnTo>
                    <a:pt x="4099436" y="2672579"/>
                  </a:lnTo>
                  <a:close/>
                </a:path>
                <a:path w="4363719" h="3852545">
                  <a:moveTo>
                    <a:pt x="4278677" y="2449942"/>
                  </a:moveTo>
                  <a:lnTo>
                    <a:pt x="4246245" y="2433611"/>
                  </a:lnTo>
                  <a:lnTo>
                    <a:pt x="4212515" y="2395118"/>
                  </a:lnTo>
                  <a:lnTo>
                    <a:pt x="4193909" y="2350213"/>
                  </a:lnTo>
                  <a:lnTo>
                    <a:pt x="4206855" y="2314647"/>
                  </a:lnTo>
                  <a:lnTo>
                    <a:pt x="4234989" y="2306139"/>
                  </a:lnTo>
                  <a:lnTo>
                    <a:pt x="4257799" y="2316735"/>
                  </a:lnTo>
                  <a:lnTo>
                    <a:pt x="4273092" y="2332969"/>
                  </a:lnTo>
                  <a:lnTo>
                    <a:pt x="4278677" y="2341372"/>
                  </a:lnTo>
                  <a:lnTo>
                    <a:pt x="4360228" y="2341372"/>
                  </a:lnTo>
                  <a:lnTo>
                    <a:pt x="4363446" y="2350213"/>
                  </a:lnTo>
                  <a:lnTo>
                    <a:pt x="4344841" y="2395118"/>
                  </a:lnTo>
                  <a:lnTo>
                    <a:pt x="4311110" y="2433611"/>
                  </a:lnTo>
                  <a:lnTo>
                    <a:pt x="4278677" y="2449942"/>
                  </a:lnTo>
                  <a:close/>
                </a:path>
                <a:path w="4363719" h="3852545">
                  <a:moveTo>
                    <a:pt x="4360228" y="2341372"/>
                  </a:moveTo>
                  <a:lnTo>
                    <a:pt x="4278677" y="2341372"/>
                  </a:lnTo>
                  <a:lnTo>
                    <a:pt x="4284263" y="2332969"/>
                  </a:lnTo>
                  <a:lnTo>
                    <a:pt x="4299556" y="2316735"/>
                  </a:lnTo>
                  <a:lnTo>
                    <a:pt x="4322367" y="2306139"/>
                  </a:lnTo>
                  <a:lnTo>
                    <a:pt x="4350501" y="2314647"/>
                  </a:lnTo>
                  <a:lnTo>
                    <a:pt x="4360228" y="2341372"/>
                  </a:lnTo>
                  <a:close/>
                </a:path>
                <a:path w="4363719" h="3852545">
                  <a:moveTo>
                    <a:pt x="917448" y="1323678"/>
                  </a:moveTo>
                  <a:lnTo>
                    <a:pt x="862002" y="1323678"/>
                  </a:lnTo>
                  <a:lnTo>
                    <a:pt x="862002" y="1133328"/>
                  </a:lnTo>
                  <a:lnTo>
                    <a:pt x="917448" y="1133328"/>
                  </a:lnTo>
                  <a:lnTo>
                    <a:pt x="917448" y="1323678"/>
                  </a:lnTo>
                  <a:close/>
                </a:path>
                <a:path w="4363719" h="3852545">
                  <a:moveTo>
                    <a:pt x="1155250" y="1323677"/>
                  </a:moveTo>
                  <a:lnTo>
                    <a:pt x="1099804" y="1323677"/>
                  </a:lnTo>
                  <a:lnTo>
                    <a:pt x="1099804" y="1008374"/>
                  </a:lnTo>
                  <a:lnTo>
                    <a:pt x="1155250" y="1008374"/>
                  </a:lnTo>
                  <a:lnTo>
                    <a:pt x="1155250" y="1323677"/>
                  </a:lnTo>
                  <a:close/>
                </a:path>
                <a:path w="4363719" h="3852545">
                  <a:moveTo>
                    <a:pt x="2851688" y="2673848"/>
                  </a:moveTo>
                  <a:lnTo>
                    <a:pt x="2300342" y="2673848"/>
                  </a:lnTo>
                  <a:lnTo>
                    <a:pt x="2992746" y="2146628"/>
                  </a:lnTo>
                  <a:lnTo>
                    <a:pt x="2820341" y="1962665"/>
                  </a:lnTo>
                  <a:lnTo>
                    <a:pt x="3568560" y="1776987"/>
                  </a:lnTo>
                  <a:lnTo>
                    <a:pt x="3413709" y="2361683"/>
                  </a:lnTo>
                  <a:lnTo>
                    <a:pt x="3194291" y="2361683"/>
                  </a:lnTo>
                  <a:lnTo>
                    <a:pt x="2851688" y="2673848"/>
                  </a:lnTo>
                  <a:close/>
                </a:path>
                <a:path w="4363719" h="3852545">
                  <a:moveTo>
                    <a:pt x="709818" y="3080239"/>
                  </a:moveTo>
                  <a:lnTo>
                    <a:pt x="1912657" y="2123820"/>
                  </a:lnTo>
                  <a:lnTo>
                    <a:pt x="2025385" y="2283753"/>
                  </a:lnTo>
                  <a:lnTo>
                    <a:pt x="2014364" y="2289574"/>
                  </a:lnTo>
                  <a:lnTo>
                    <a:pt x="1989972" y="2305983"/>
                  </a:lnTo>
                  <a:lnTo>
                    <a:pt x="1965219" y="2331398"/>
                  </a:lnTo>
                  <a:lnTo>
                    <a:pt x="1953110" y="2364236"/>
                  </a:lnTo>
                  <a:lnTo>
                    <a:pt x="1953726" y="2392075"/>
                  </a:lnTo>
                  <a:lnTo>
                    <a:pt x="1989439" y="2419431"/>
                  </a:lnTo>
                  <a:lnTo>
                    <a:pt x="1996833" y="2420295"/>
                  </a:lnTo>
                  <a:lnTo>
                    <a:pt x="2103956" y="2420295"/>
                  </a:lnTo>
                  <a:lnTo>
                    <a:pt x="2104075" y="2420986"/>
                  </a:lnTo>
                  <a:lnTo>
                    <a:pt x="2115724" y="2438491"/>
                  </a:lnTo>
                  <a:lnTo>
                    <a:pt x="2141875" y="2449024"/>
                  </a:lnTo>
                  <a:lnTo>
                    <a:pt x="2270710" y="2631808"/>
                  </a:lnTo>
                  <a:lnTo>
                    <a:pt x="1809873" y="2631808"/>
                  </a:lnTo>
                  <a:lnTo>
                    <a:pt x="709818" y="3080239"/>
                  </a:lnTo>
                  <a:close/>
                </a:path>
                <a:path w="4363719" h="3852545">
                  <a:moveTo>
                    <a:pt x="3365365" y="2544224"/>
                  </a:moveTo>
                  <a:lnTo>
                    <a:pt x="3194291" y="2361683"/>
                  </a:lnTo>
                  <a:lnTo>
                    <a:pt x="3413709" y="2361683"/>
                  </a:lnTo>
                  <a:lnTo>
                    <a:pt x="3365365" y="2544224"/>
                  </a:lnTo>
                  <a:close/>
                </a:path>
                <a:path w="4363719" h="3852545">
                  <a:moveTo>
                    <a:pt x="2103956" y="2420295"/>
                  </a:moveTo>
                  <a:lnTo>
                    <a:pt x="2003726" y="2420295"/>
                  </a:lnTo>
                  <a:lnTo>
                    <a:pt x="2101570" y="2397308"/>
                  </a:lnTo>
                  <a:lnTo>
                    <a:pt x="2101250" y="2404571"/>
                  </a:lnTo>
                  <a:lnTo>
                    <a:pt x="2103956" y="2420295"/>
                  </a:lnTo>
                  <a:close/>
                </a:path>
                <a:path w="4363719" h="3852545">
                  <a:moveTo>
                    <a:pt x="2232390" y="3238125"/>
                  </a:moveTo>
                  <a:lnTo>
                    <a:pt x="1809873" y="2631808"/>
                  </a:lnTo>
                  <a:lnTo>
                    <a:pt x="2270710" y="2631808"/>
                  </a:lnTo>
                  <a:lnTo>
                    <a:pt x="2300342" y="2673848"/>
                  </a:lnTo>
                  <a:lnTo>
                    <a:pt x="2851688" y="2673848"/>
                  </a:lnTo>
                  <a:lnTo>
                    <a:pt x="2232390" y="3238125"/>
                  </a:lnTo>
                  <a:close/>
                </a:path>
                <a:path w="4363719" h="3852545">
                  <a:moveTo>
                    <a:pt x="52651" y="3851930"/>
                  </a:moveTo>
                  <a:lnTo>
                    <a:pt x="68920" y="3757069"/>
                  </a:lnTo>
                  <a:lnTo>
                    <a:pt x="0" y="3689888"/>
                  </a:lnTo>
                  <a:lnTo>
                    <a:pt x="95245" y="3676048"/>
                  </a:lnTo>
                  <a:lnTo>
                    <a:pt x="137841" y="3589740"/>
                  </a:lnTo>
                  <a:lnTo>
                    <a:pt x="180436" y="3676048"/>
                  </a:lnTo>
                  <a:lnTo>
                    <a:pt x="275682" y="3689888"/>
                  </a:lnTo>
                  <a:lnTo>
                    <a:pt x="206761" y="3757069"/>
                  </a:lnTo>
                  <a:lnTo>
                    <a:pt x="215349" y="3807143"/>
                  </a:lnTo>
                  <a:lnTo>
                    <a:pt x="137841" y="3807143"/>
                  </a:lnTo>
                  <a:lnTo>
                    <a:pt x="52651" y="3851930"/>
                  </a:lnTo>
                  <a:close/>
                </a:path>
                <a:path w="4363719" h="3852545">
                  <a:moveTo>
                    <a:pt x="223031" y="3851930"/>
                  </a:moveTo>
                  <a:lnTo>
                    <a:pt x="137841" y="3807143"/>
                  </a:lnTo>
                  <a:lnTo>
                    <a:pt x="215349" y="3807143"/>
                  </a:lnTo>
                  <a:lnTo>
                    <a:pt x="223031" y="3851930"/>
                  </a:lnTo>
                  <a:close/>
                </a:path>
                <a:path w="4363719" h="3852545">
                  <a:moveTo>
                    <a:pt x="444249" y="3851930"/>
                  </a:moveTo>
                  <a:lnTo>
                    <a:pt x="460518" y="3757069"/>
                  </a:lnTo>
                  <a:lnTo>
                    <a:pt x="391598" y="3689888"/>
                  </a:lnTo>
                  <a:lnTo>
                    <a:pt x="486843" y="3676048"/>
                  </a:lnTo>
                  <a:lnTo>
                    <a:pt x="529439" y="3589740"/>
                  </a:lnTo>
                  <a:lnTo>
                    <a:pt x="572034" y="3676048"/>
                  </a:lnTo>
                  <a:lnTo>
                    <a:pt x="667280" y="3689888"/>
                  </a:lnTo>
                  <a:lnTo>
                    <a:pt x="598359" y="3757069"/>
                  </a:lnTo>
                  <a:lnTo>
                    <a:pt x="606947" y="3807143"/>
                  </a:lnTo>
                  <a:lnTo>
                    <a:pt x="529439" y="3807143"/>
                  </a:lnTo>
                  <a:lnTo>
                    <a:pt x="444249" y="3851930"/>
                  </a:lnTo>
                  <a:close/>
                </a:path>
                <a:path w="4363719" h="3852545">
                  <a:moveTo>
                    <a:pt x="614629" y="3851930"/>
                  </a:moveTo>
                  <a:lnTo>
                    <a:pt x="529439" y="3807143"/>
                  </a:lnTo>
                  <a:lnTo>
                    <a:pt x="606947" y="3807143"/>
                  </a:lnTo>
                  <a:lnTo>
                    <a:pt x="614629" y="3851930"/>
                  </a:lnTo>
                  <a:close/>
                </a:path>
                <a:path w="4363719" h="3852545">
                  <a:moveTo>
                    <a:pt x="835846" y="3851930"/>
                  </a:moveTo>
                  <a:lnTo>
                    <a:pt x="852115" y="3757069"/>
                  </a:lnTo>
                  <a:lnTo>
                    <a:pt x="783195" y="3689888"/>
                  </a:lnTo>
                  <a:lnTo>
                    <a:pt x="878440" y="3676048"/>
                  </a:lnTo>
                  <a:lnTo>
                    <a:pt x="921036" y="3589740"/>
                  </a:lnTo>
                  <a:lnTo>
                    <a:pt x="963631" y="3676048"/>
                  </a:lnTo>
                  <a:lnTo>
                    <a:pt x="1058877" y="3689888"/>
                  </a:lnTo>
                  <a:lnTo>
                    <a:pt x="989956" y="3757069"/>
                  </a:lnTo>
                  <a:lnTo>
                    <a:pt x="998544" y="3807143"/>
                  </a:lnTo>
                  <a:lnTo>
                    <a:pt x="921036" y="3807143"/>
                  </a:lnTo>
                  <a:lnTo>
                    <a:pt x="835846" y="3851930"/>
                  </a:lnTo>
                  <a:close/>
                </a:path>
                <a:path w="4363719" h="3852545">
                  <a:moveTo>
                    <a:pt x="1006226" y="3851930"/>
                  </a:moveTo>
                  <a:lnTo>
                    <a:pt x="921036" y="3807143"/>
                  </a:lnTo>
                  <a:lnTo>
                    <a:pt x="998544" y="3807143"/>
                  </a:lnTo>
                  <a:lnTo>
                    <a:pt x="1006226" y="3851930"/>
                  </a:lnTo>
                  <a:close/>
                </a:path>
                <a:path w="4363719" h="3852545">
                  <a:moveTo>
                    <a:pt x="1227443" y="3851930"/>
                  </a:moveTo>
                  <a:lnTo>
                    <a:pt x="1243712" y="3757069"/>
                  </a:lnTo>
                  <a:lnTo>
                    <a:pt x="1174792" y="3689888"/>
                  </a:lnTo>
                  <a:lnTo>
                    <a:pt x="1270037" y="3676048"/>
                  </a:lnTo>
                  <a:lnTo>
                    <a:pt x="1312633" y="3589740"/>
                  </a:lnTo>
                  <a:lnTo>
                    <a:pt x="1355228" y="3676048"/>
                  </a:lnTo>
                  <a:lnTo>
                    <a:pt x="1450474" y="3689888"/>
                  </a:lnTo>
                  <a:lnTo>
                    <a:pt x="1381553" y="3757069"/>
                  </a:lnTo>
                  <a:lnTo>
                    <a:pt x="1390141" y="3807143"/>
                  </a:lnTo>
                  <a:lnTo>
                    <a:pt x="1312633" y="3807143"/>
                  </a:lnTo>
                  <a:lnTo>
                    <a:pt x="1227443" y="3851930"/>
                  </a:lnTo>
                  <a:close/>
                </a:path>
                <a:path w="4363719" h="3852545">
                  <a:moveTo>
                    <a:pt x="1397823" y="3851930"/>
                  </a:moveTo>
                  <a:lnTo>
                    <a:pt x="1312633" y="3807143"/>
                  </a:lnTo>
                  <a:lnTo>
                    <a:pt x="1390141" y="3807143"/>
                  </a:lnTo>
                  <a:lnTo>
                    <a:pt x="1397823" y="3851930"/>
                  </a:lnTo>
                  <a:close/>
                </a:path>
                <a:path w="4363719" h="3852545">
                  <a:moveTo>
                    <a:pt x="1619041" y="3851930"/>
                  </a:moveTo>
                  <a:lnTo>
                    <a:pt x="1635310" y="3757069"/>
                  </a:lnTo>
                  <a:lnTo>
                    <a:pt x="1566390" y="3689888"/>
                  </a:lnTo>
                  <a:lnTo>
                    <a:pt x="1661635" y="3676048"/>
                  </a:lnTo>
                  <a:lnTo>
                    <a:pt x="1704231" y="3589740"/>
                  </a:lnTo>
                  <a:lnTo>
                    <a:pt x="1704231" y="3807143"/>
                  </a:lnTo>
                  <a:lnTo>
                    <a:pt x="1619041" y="3851930"/>
                  </a:lnTo>
                  <a:close/>
                </a:path>
                <a:path w="4363719" h="3852545">
                  <a:moveTo>
                    <a:pt x="3785413" y="944768"/>
                  </a:moveTo>
                  <a:lnTo>
                    <a:pt x="3733727" y="944768"/>
                  </a:lnTo>
                  <a:lnTo>
                    <a:pt x="3879177" y="749028"/>
                  </a:lnTo>
                  <a:lnTo>
                    <a:pt x="3931648" y="794701"/>
                  </a:lnTo>
                  <a:lnTo>
                    <a:pt x="3785413" y="944768"/>
                  </a:lnTo>
                  <a:close/>
                </a:path>
                <a:path w="4363719" h="3852545">
                  <a:moveTo>
                    <a:pt x="3734548" y="996965"/>
                  </a:moveTo>
                  <a:lnTo>
                    <a:pt x="3645378" y="926281"/>
                  </a:lnTo>
                  <a:lnTo>
                    <a:pt x="3689142" y="888221"/>
                  </a:lnTo>
                  <a:lnTo>
                    <a:pt x="3733727" y="944768"/>
                  </a:lnTo>
                  <a:lnTo>
                    <a:pt x="3785413" y="944768"/>
                  </a:lnTo>
                  <a:lnTo>
                    <a:pt x="3734548" y="996965"/>
                  </a:lnTo>
                  <a:close/>
                </a:path>
                <a:path w="4363719" h="3852545">
                  <a:moveTo>
                    <a:pt x="1474018" y="136340"/>
                  </a:moveTo>
                  <a:lnTo>
                    <a:pt x="1447483" y="130983"/>
                  </a:lnTo>
                  <a:lnTo>
                    <a:pt x="1425815" y="116373"/>
                  </a:lnTo>
                  <a:lnTo>
                    <a:pt x="1411205" y="94704"/>
                  </a:lnTo>
                  <a:lnTo>
                    <a:pt x="1405848" y="68170"/>
                  </a:lnTo>
                  <a:lnTo>
                    <a:pt x="1411205" y="41635"/>
                  </a:lnTo>
                  <a:lnTo>
                    <a:pt x="1425815" y="19966"/>
                  </a:lnTo>
                  <a:lnTo>
                    <a:pt x="1447483" y="5357"/>
                  </a:lnTo>
                  <a:lnTo>
                    <a:pt x="1474018" y="0"/>
                  </a:lnTo>
                  <a:lnTo>
                    <a:pt x="1500553" y="5357"/>
                  </a:lnTo>
                  <a:lnTo>
                    <a:pt x="1522222" y="19966"/>
                  </a:lnTo>
                  <a:lnTo>
                    <a:pt x="1536831" y="41635"/>
                  </a:lnTo>
                  <a:lnTo>
                    <a:pt x="1542188" y="68170"/>
                  </a:lnTo>
                  <a:lnTo>
                    <a:pt x="1536831" y="94704"/>
                  </a:lnTo>
                  <a:lnTo>
                    <a:pt x="1522222" y="116373"/>
                  </a:lnTo>
                  <a:lnTo>
                    <a:pt x="1500553" y="130983"/>
                  </a:lnTo>
                  <a:lnTo>
                    <a:pt x="1474018" y="136340"/>
                  </a:lnTo>
                  <a:close/>
                </a:path>
              </a:pathLst>
            </a:custGeom>
            <a:solidFill>
              <a:srgbClr val="F756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5156" y="2170109"/>
              <a:ext cx="4504547" cy="491489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5161" y="3814999"/>
            <a:ext cx="7877174" cy="5838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52129" y="0"/>
            <a:ext cx="3352799" cy="2697647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006546" y="883530"/>
            <a:ext cx="8334375" cy="2475865"/>
          </a:xfrm>
          <a:custGeom>
            <a:avLst/>
            <a:gdLst/>
            <a:ahLst/>
            <a:cxnLst/>
            <a:rect l="l" t="t" r="r" b="b"/>
            <a:pathLst>
              <a:path w="8334375" h="2475865">
                <a:moveTo>
                  <a:pt x="5639514" y="2475802"/>
                </a:moveTo>
                <a:lnTo>
                  <a:pt x="2694358" y="2475802"/>
                </a:lnTo>
                <a:lnTo>
                  <a:pt x="2648280" y="2473144"/>
                </a:lnTo>
                <a:lnTo>
                  <a:pt x="2603762" y="2465367"/>
                </a:lnTo>
                <a:lnTo>
                  <a:pt x="2561103" y="2452767"/>
                </a:lnTo>
                <a:lnTo>
                  <a:pt x="2520598" y="2435642"/>
                </a:lnTo>
                <a:lnTo>
                  <a:pt x="2482543" y="2414288"/>
                </a:lnTo>
                <a:lnTo>
                  <a:pt x="2447235" y="2389000"/>
                </a:lnTo>
                <a:lnTo>
                  <a:pt x="2414971" y="2360076"/>
                </a:lnTo>
                <a:lnTo>
                  <a:pt x="2386047" y="2327812"/>
                </a:lnTo>
                <a:lnTo>
                  <a:pt x="2360760" y="2292504"/>
                </a:lnTo>
                <a:lnTo>
                  <a:pt x="2339405" y="2254450"/>
                </a:lnTo>
                <a:lnTo>
                  <a:pt x="2322280" y="2213944"/>
                </a:lnTo>
                <a:lnTo>
                  <a:pt x="2309680" y="2171285"/>
                </a:lnTo>
                <a:lnTo>
                  <a:pt x="2301903" y="2126767"/>
                </a:lnTo>
                <a:lnTo>
                  <a:pt x="2299245" y="2080689"/>
                </a:lnTo>
                <a:lnTo>
                  <a:pt x="2299245" y="1975565"/>
                </a:lnTo>
                <a:lnTo>
                  <a:pt x="2295819" y="1923630"/>
                </a:lnTo>
                <a:lnTo>
                  <a:pt x="2285708" y="1873024"/>
                </a:lnTo>
                <a:lnTo>
                  <a:pt x="2269169" y="1824362"/>
                </a:lnTo>
                <a:lnTo>
                  <a:pt x="2246455" y="1778258"/>
                </a:lnTo>
                <a:lnTo>
                  <a:pt x="2217820" y="1735325"/>
                </a:lnTo>
                <a:lnTo>
                  <a:pt x="2183519" y="1696178"/>
                </a:lnTo>
                <a:lnTo>
                  <a:pt x="2144372" y="1661877"/>
                </a:lnTo>
                <a:lnTo>
                  <a:pt x="2101440" y="1633243"/>
                </a:lnTo>
                <a:lnTo>
                  <a:pt x="2055335" y="1610528"/>
                </a:lnTo>
                <a:lnTo>
                  <a:pt x="2006673" y="1593989"/>
                </a:lnTo>
                <a:lnTo>
                  <a:pt x="1956067" y="1583879"/>
                </a:lnTo>
                <a:lnTo>
                  <a:pt x="1904132" y="1580452"/>
                </a:lnTo>
                <a:lnTo>
                  <a:pt x="395113" y="1580452"/>
                </a:lnTo>
                <a:lnTo>
                  <a:pt x="349034" y="1577794"/>
                </a:lnTo>
                <a:lnTo>
                  <a:pt x="304517" y="1570017"/>
                </a:lnTo>
                <a:lnTo>
                  <a:pt x="261857" y="1557418"/>
                </a:lnTo>
                <a:lnTo>
                  <a:pt x="221352" y="1540292"/>
                </a:lnTo>
                <a:lnTo>
                  <a:pt x="183297" y="1518938"/>
                </a:lnTo>
                <a:lnTo>
                  <a:pt x="147990" y="1493650"/>
                </a:lnTo>
                <a:lnTo>
                  <a:pt x="115725" y="1464726"/>
                </a:lnTo>
                <a:lnTo>
                  <a:pt x="86801" y="1432462"/>
                </a:lnTo>
                <a:lnTo>
                  <a:pt x="61514" y="1397154"/>
                </a:lnTo>
                <a:lnTo>
                  <a:pt x="40159" y="1359100"/>
                </a:lnTo>
                <a:lnTo>
                  <a:pt x="23034" y="1318594"/>
                </a:lnTo>
                <a:lnTo>
                  <a:pt x="10435" y="1275935"/>
                </a:lnTo>
                <a:lnTo>
                  <a:pt x="2658" y="1231418"/>
                </a:lnTo>
                <a:lnTo>
                  <a:pt x="0" y="1185339"/>
                </a:lnTo>
                <a:lnTo>
                  <a:pt x="0" y="395113"/>
                </a:lnTo>
                <a:lnTo>
                  <a:pt x="2658" y="349034"/>
                </a:lnTo>
                <a:lnTo>
                  <a:pt x="10435" y="304517"/>
                </a:lnTo>
                <a:lnTo>
                  <a:pt x="23034" y="261857"/>
                </a:lnTo>
                <a:lnTo>
                  <a:pt x="40159" y="221352"/>
                </a:lnTo>
                <a:lnTo>
                  <a:pt x="61514" y="183297"/>
                </a:lnTo>
                <a:lnTo>
                  <a:pt x="86801" y="147990"/>
                </a:lnTo>
                <a:lnTo>
                  <a:pt x="115725" y="115725"/>
                </a:lnTo>
                <a:lnTo>
                  <a:pt x="147990" y="86801"/>
                </a:lnTo>
                <a:lnTo>
                  <a:pt x="183297" y="61514"/>
                </a:lnTo>
                <a:lnTo>
                  <a:pt x="221352" y="40159"/>
                </a:lnTo>
                <a:lnTo>
                  <a:pt x="261857" y="23034"/>
                </a:lnTo>
                <a:lnTo>
                  <a:pt x="304517" y="10435"/>
                </a:lnTo>
                <a:lnTo>
                  <a:pt x="349034" y="2658"/>
                </a:lnTo>
                <a:lnTo>
                  <a:pt x="395113" y="0"/>
                </a:lnTo>
                <a:lnTo>
                  <a:pt x="7938908" y="0"/>
                </a:lnTo>
                <a:lnTo>
                  <a:pt x="7990843" y="3426"/>
                </a:lnTo>
                <a:lnTo>
                  <a:pt x="8041449" y="13536"/>
                </a:lnTo>
                <a:lnTo>
                  <a:pt x="8090111" y="30076"/>
                </a:lnTo>
                <a:lnTo>
                  <a:pt x="8136216" y="52790"/>
                </a:lnTo>
                <a:lnTo>
                  <a:pt x="8179148" y="81425"/>
                </a:lnTo>
                <a:lnTo>
                  <a:pt x="8218295" y="115725"/>
                </a:lnTo>
                <a:lnTo>
                  <a:pt x="8252596" y="154872"/>
                </a:lnTo>
                <a:lnTo>
                  <a:pt x="8281231" y="197805"/>
                </a:lnTo>
                <a:lnTo>
                  <a:pt x="8303945" y="243909"/>
                </a:lnTo>
                <a:lnTo>
                  <a:pt x="8320484" y="292572"/>
                </a:lnTo>
                <a:lnTo>
                  <a:pt x="8330595" y="343177"/>
                </a:lnTo>
                <a:lnTo>
                  <a:pt x="8334021" y="395113"/>
                </a:lnTo>
                <a:lnTo>
                  <a:pt x="8334021" y="1185339"/>
                </a:lnTo>
                <a:lnTo>
                  <a:pt x="8330595" y="1237274"/>
                </a:lnTo>
                <a:lnTo>
                  <a:pt x="8320484" y="1287880"/>
                </a:lnTo>
                <a:lnTo>
                  <a:pt x="8303945" y="1336542"/>
                </a:lnTo>
                <a:lnTo>
                  <a:pt x="8281231" y="1382647"/>
                </a:lnTo>
                <a:lnTo>
                  <a:pt x="8252596" y="1425579"/>
                </a:lnTo>
                <a:lnTo>
                  <a:pt x="8218295" y="1464726"/>
                </a:lnTo>
                <a:lnTo>
                  <a:pt x="8179148" y="1499027"/>
                </a:lnTo>
                <a:lnTo>
                  <a:pt x="8136216" y="1527662"/>
                </a:lnTo>
                <a:lnTo>
                  <a:pt x="8090111" y="1550376"/>
                </a:lnTo>
                <a:lnTo>
                  <a:pt x="8041449" y="1566915"/>
                </a:lnTo>
                <a:lnTo>
                  <a:pt x="7990843" y="1577025"/>
                </a:lnTo>
                <a:lnTo>
                  <a:pt x="7938908" y="1580452"/>
                </a:lnTo>
                <a:lnTo>
                  <a:pt x="6429740" y="1580452"/>
                </a:lnTo>
                <a:lnTo>
                  <a:pt x="6377805" y="1583879"/>
                </a:lnTo>
                <a:lnTo>
                  <a:pt x="6327199" y="1593989"/>
                </a:lnTo>
                <a:lnTo>
                  <a:pt x="6278537" y="1610528"/>
                </a:lnTo>
                <a:lnTo>
                  <a:pt x="6232432" y="1633243"/>
                </a:lnTo>
                <a:lnTo>
                  <a:pt x="6189500" y="1661877"/>
                </a:lnTo>
                <a:lnTo>
                  <a:pt x="6150353" y="1696178"/>
                </a:lnTo>
                <a:lnTo>
                  <a:pt x="6116052" y="1735325"/>
                </a:lnTo>
                <a:lnTo>
                  <a:pt x="6087417" y="1778258"/>
                </a:lnTo>
                <a:lnTo>
                  <a:pt x="6064703" y="1824362"/>
                </a:lnTo>
                <a:lnTo>
                  <a:pt x="6048164" y="1873024"/>
                </a:lnTo>
                <a:lnTo>
                  <a:pt x="6038054" y="1923630"/>
                </a:lnTo>
                <a:lnTo>
                  <a:pt x="6034627" y="1975565"/>
                </a:lnTo>
                <a:lnTo>
                  <a:pt x="6034627" y="2080689"/>
                </a:lnTo>
                <a:lnTo>
                  <a:pt x="6031200" y="2132624"/>
                </a:lnTo>
                <a:lnTo>
                  <a:pt x="6021090" y="2183230"/>
                </a:lnTo>
                <a:lnTo>
                  <a:pt x="6004551" y="2231892"/>
                </a:lnTo>
                <a:lnTo>
                  <a:pt x="5981836" y="2277997"/>
                </a:lnTo>
                <a:lnTo>
                  <a:pt x="5953202" y="2320929"/>
                </a:lnTo>
                <a:lnTo>
                  <a:pt x="5918901" y="2360076"/>
                </a:lnTo>
                <a:lnTo>
                  <a:pt x="5879754" y="2394377"/>
                </a:lnTo>
                <a:lnTo>
                  <a:pt x="5836821" y="2423012"/>
                </a:lnTo>
                <a:lnTo>
                  <a:pt x="5790717" y="2445726"/>
                </a:lnTo>
                <a:lnTo>
                  <a:pt x="5742055" y="2462265"/>
                </a:lnTo>
                <a:lnTo>
                  <a:pt x="5691449" y="2472375"/>
                </a:lnTo>
                <a:lnTo>
                  <a:pt x="5639514" y="2475802"/>
                </a:lnTo>
                <a:close/>
              </a:path>
            </a:pathLst>
          </a:custGeom>
          <a:solidFill>
            <a:srgbClr val="FFBD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370236" y="1015167"/>
            <a:ext cx="7398384" cy="211899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8235"/>
              </a:lnSpc>
              <a:spcBef>
                <a:spcPts val="110"/>
              </a:spcBef>
            </a:pPr>
            <a:r>
              <a:rPr dirty="0" sz="7850" spc="-10">
                <a:solidFill>
                  <a:srgbClr val="000000"/>
                </a:solidFill>
              </a:rPr>
              <a:t>Zomato</a:t>
            </a:r>
            <a:r>
              <a:rPr dirty="0" sz="7850" spc="-1045">
                <a:solidFill>
                  <a:srgbClr val="000000"/>
                </a:solidFill>
              </a:rPr>
              <a:t> </a:t>
            </a:r>
            <a:r>
              <a:rPr dirty="0" sz="7850" spc="-140">
                <a:solidFill>
                  <a:srgbClr val="000000"/>
                </a:solidFill>
              </a:rPr>
              <a:t>Analytics</a:t>
            </a:r>
            <a:endParaRPr sz="7850"/>
          </a:p>
          <a:p>
            <a:pPr algn="ctr" marL="208279">
              <a:lnSpc>
                <a:spcPts val="8235"/>
              </a:lnSpc>
            </a:pPr>
            <a:r>
              <a:rPr dirty="0" sz="7850" spc="-355">
                <a:solidFill>
                  <a:srgbClr val="000000"/>
                </a:solidFill>
              </a:rPr>
              <a:t>P</a:t>
            </a:r>
            <a:r>
              <a:rPr dirty="0" sz="7850" spc="-434">
                <a:solidFill>
                  <a:srgbClr val="000000"/>
                </a:solidFill>
              </a:rPr>
              <a:t>r</a:t>
            </a:r>
            <a:r>
              <a:rPr dirty="0" sz="7850" spc="-355">
                <a:solidFill>
                  <a:srgbClr val="000000"/>
                </a:solidFill>
              </a:rPr>
              <a:t>o</a:t>
            </a:r>
            <a:r>
              <a:rPr dirty="0" sz="7850" spc="-625">
                <a:solidFill>
                  <a:srgbClr val="000000"/>
                </a:solidFill>
              </a:rPr>
              <a:t>j</a:t>
            </a:r>
            <a:r>
              <a:rPr dirty="0" sz="7850" spc="-370">
                <a:solidFill>
                  <a:srgbClr val="000000"/>
                </a:solidFill>
              </a:rPr>
              <a:t>e</a:t>
            </a:r>
            <a:r>
              <a:rPr dirty="0" sz="7850" spc="-355">
                <a:solidFill>
                  <a:srgbClr val="000000"/>
                </a:solidFill>
              </a:rPr>
              <a:t>c</a:t>
            </a:r>
            <a:r>
              <a:rPr dirty="0" sz="7850" spc="-25">
                <a:solidFill>
                  <a:srgbClr val="000000"/>
                </a:solidFill>
              </a:rPr>
              <a:t>t</a:t>
            </a:r>
            <a:endParaRPr sz="7850"/>
          </a:p>
        </p:txBody>
      </p:sp>
      <p:sp>
        <p:nvSpPr>
          <p:cNvPr id="16" name="object 16" descr=""/>
          <p:cNvSpPr/>
          <p:nvPr/>
        </p:nvSpPr>
        <p:spPr>
          <a:xfrm>
            <a:off x="10521915" y="7745608"/>
            <a:ext cx="7172959" cy="1732280"/>
          </a:xfrm>
          <a:custGeom>
            <a:avLst/>
            <a:gdLst/>
            <a:ahLst/>
            <a:cxnLst/>
            <a:rect l="l" t="t" r="r" b="b"/>
            <a:pathLst>
              <a:path w="7172959" h="1732279">
                <a:moveTo>
                  <a:pt x="908992" y="1731820"/>
                </a:moveTo>
                <a:lnTo>
                  <a:pt x="147205" y="1731820"/>
                </a:lnTo>
                <a:lnTo>
                  <a:pt x="100676" y="1724316"/>
                </a:lnTo>
                <a:lnTo>
                  <a:pt x="60267" y="1703418"/>
                </a:lnTo>
                <a:lnTo>
                  <a:pt x="28402" y="1671553"/>
                </a:lnTo>
                <a:lnTo>
                  <a:pt x="7504" y="1631143"/>
                </a:lnTo>
                <a:lnTo>
                  <a:pt x="0" y="1584615"/>
                </a:lnTo>
                <a:lnTo>
                  <a:pt x="0" y="147205"/>
                </a:lnTo>
                <a:lnTo>
                  <a:pt x="7504" y="100677"/>
                </a:lnTo>
                <a:lnTo>
                  <a:pt x="28402" y="60267"/>
                </a:lnTo>
                <a:lnTo>
                  <a:pt x="60267" y="28402"/>
                </a:lnTo>
                <a:lnTo>
                  <a:pt x="100676" y="7504"/>
                </a:lnTo>
                <a:lnTo>
                  <a:pt x="147205" y="0"/>
                </a:lnTo>
                <a:lnTo>
                  <a:pt x="3985716" y="0"/>
                </a:lnTo>
                <a:lnTo>
                  <a:pt x="4032244" y="7504"/>
                </a:lnTo>
                <a:lnTo>
                  <a:pt x="4072654" y="28402"/>
                </a:lnTo>
                <a:lnTo>
                  <a:pt x="4104519" y="60267"/>
                </a:lnTo>
                <a:lnTo>
                  <a:pt x="4125417" y="100677"/>
                </a:lnTo>
                <a:lnTo>
                  <a:pt x="4132921" y="147205"/>
                </a:lnTo>
                <a:lnTo>
                  <a:pt x="4132921" y="567169"/>
                </a:lnTo>
                <a:lnTo>
                  <a:pt x="4140426" y="613697"/>
                </a:lnTo>
                <a:lnTo>
                  <a:pt x="4161323" y="654107"/>
                </a:lnTo>
                <a:lnTo>
                  <a:pt x="4193189" y="685972"/>
                </a:lnTo>
                <a:lnTo>
                  <a:pt x="4233598" y="706870"/>
                </a:lnTo>
                <a:lnTo>
                  <a:pt x="4280127" y="714374"/>
                </a:lnTo>
                <a:lnTo>
                  <a:pt x="7025530" y="714374"/>
                </a:lnTo>
                <a:lnTo>
                  <a:pt x="7072058" y="721879"/>
                </a:lnTo>
                <a:lnTo>
                  <a:pt x="7112468" y="742777"/>
                </a:lnTo>
                <a:lnTo>
                  <a:pt x="7144333" y="774642"/>
                </a:lnTo>
                <a:lnTo>
                  <a:pt x="7165231" y="815051"/>
                </a:lnTo>
                <a:lnTo>
                  <a:pt x="7172736" y="861580"/>
                </a:lnTo>
                <a:lnTo>
                  <a:pt x="7172736" y="1155990"/>
                </a:lnTo>
                <a:lnTo>
                  <a:pt x="7165231" y="1202518"/>
                </a:lnTo>
                <a:lnTo>
                  <a:pt x="7144333" y="1242928"/>
                </a:lnTo>
                <a:lnTo>
                  <a:pt x="7112468" y="1274793"/>
                </a:lnTo>
                <a:lnTo>
                  <a:pt x="7072058" y="1295691"/>
                </a:lnTo>
                <a:lnTo>
                  <a:pt x="7025530" y="1303195"/>
                </a:lnTo>
                <a:lnTo>
                  <a:pt x="1203403" y="1303195"/>
                </a:lnTo>
                <a:lnTo>
                  <a:pt x="1174551" y="1306050"/>
                </a:lnTo>
                <a:lnTo>
                  <a:pt x="1121733" y="1327928"/>
                </a:lnTo>
                <a:lnTo>
                  <a:pt x="1080930" y="1368731"/>
                </a:lnTo>
                <a:lnTo>
                  <a:pt x="1059052" y="1421548"/>
                </a:lnTo>
                <a:lnTo>
                  <a:pt x="1056198" y="1450401"/>
                </a:lnTo>
                <a:lnTo>
                  <a:pt x="1056198" y="1584615"/>
                </a:lnTo>
                <a:lnTo>
                  <a:pt x="1053343" y="1613468"/>
                </a:lnTo>
                <a:lnTo>
                  <a:pt x="1031465" y="1666285"/>
                </a:lnTo>
                <a:lnTo>
                  <a:pt x="990662" y="1707088"/>
                </a:lnTo>
                <a:lnTo>
                  <a:pt x="937845" y="1728966"/>
                </a:lnTo>
                <a:lnTo>
                  <a:pt x="908992" y="1731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0659886" y="7774526"/>
            <a:ext cx="6913245" cy="1615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70" b="1">
                <a:latin typeface="Trebuchet MS"/>
                <a:cs typeface="Trebuchet MS"/>
              </a:rPr>
              <a:t>Presented</a:t>
            </a:r>
            <a:r>
              <a:rPr dirty="0" sz="2950" spc="-400" b="1">
                <a:latin typeface="Trebuchet MS"/>
                <a:cs typeface="Trebuchet MS"/>
              </a:rPr>
              <a:t> </a:t>
            </a:r>
            <a:r>
              <a:rPr dirty="0" sz="2950" b="1">
                <a:latin typeface="Trebuchet MS"/>
                <a:cs typeface="Trebuchet MS"/>
              </a:rPr>
              <a:t>by</a:t>
            </a:r>
            <a:r>
              <a:rPr dirty="0" sz="2950">
                <a:latin typeface="Trebuchet MS"/>
                <a:cs typeface="Trebuchet MS"/>
              </a:rPr>
              <a:t>-</a:t>
            </a:r>
            <a:r>
              <a:rPr dirty="0" sz="2950" spc="-350">
                <a:latin typeface="Trebuchet MS"/>
                <a:cs typeface="Trebuchet MS"/>
              </a:rPr>
              <a:t> </a:t>
            </a:r>
            <a:r>
              <a:rPr dirty="0" sz="2950" spc="-10">
                <a:latin typeface="Trebuchet MS"/>
                <a:cs typeface="Trebuchet MS"/>
              </a:rPr>
              <a:t>Group-</a:t>
            </a:r>
            <a:r>
              <a:rPr dirty="0" sz="2950" spc="-350">
                <a:latin typeface="Trebuchet MS"/>
                <a:cs typeface="Trebuchet MS"/>
              </a:rPr>
              <a:t> </a:t>
            </a:r>
            <a:r>
              <a:rPr dirty="0" sz="2950" spc="180">
                <a:latin typeface="Trebuchet MS"/>
                <a:cs typeface="Trebuchet MS"/>
              </a:rPr>
              <a:t>6</a:t>
            </a:r>
            <a:endParaRPr sz="29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2210"/>
              </a:spcBef>
            </a:pPr>
            <a:r>
              <a:rPr dirty="0" sz="2750" spc="-135">
                <a:latin typeface="Tahoma"/>
                <a:cs typeface="Tahoma"/>
              </a:rPr>
              <a:t>Anand,</a:t>
            </a:r>
            <a:r>
              <a:rPr dirty="0" sz="2750" spc="-455">
                <a:latin typeface="Tahoma"/>
                <a:cs typeface="Tahoma"/>
              </a:rPr>
              <a:t> </a:t>
            </a:r>
            <a:r>
              <a:rPr dirty="0" sz="2750" spc="-105">
                <a:latin typeface="Tahoma"/>
                <a:cs typeface="Tahoma"/>
              </a:rPr>
              <a:t>Firdos,</a:t>
            </a:r>
            <a:r>
              <a:rPr dirty="0" sz="2750" spc="-455">
                <a:latin typeface="Tahoma"/>
                <a:cs typeface="Tahoma"/>
              </a:rPr>
              <a:t> </a:t>
            </a:r>
            <a:r>
              <a:rPr dirty="0" sz="2750" spc="-114">
                <a:latin typeface="Tahoma"/>
                <a:cs typeface="Tahoma"/>
              </a:rPr>
              <a:t>Manisha,</a:t>
            </a:r>
            <a:r>
              <a:rPr dirty="0" sz="2750" spc="-450">
                <a:latin typeface="Tahoma"/>
                <a:cs typeface="Tahoma"/>
              </a:rPr>
              <a:t> </a:t>
            </a:r>
            <a:r>
              <a:rPr dirty="0" sz="2750" spc="-140">
                <a:latin typeface="Tahoma"/>
                <a:cs typeface="Tahoma"/>
              </a:rPr>
              <a:t>Rashmi,</a:t>
            </a:r>
            <a:r>
              <a:rPr dirty="0" sz="2750" spc="-455">
                <a:latin typeface="Tahoma"/>
                <a:cs typeface="Tahoma"/>
              </a:rPr>
              <a:t> </a:t>
            </a:r>
            <a:r>
              <a:rPr dirty="0" sz="2750" spc="-140">
                <a:latin typeface="Tahoma"/>
                <a:cs typeface="Tahoma"/>
              </a:rPr>
              <a:t>Ratnam,</a:t>
            </a:r>
            <a:r>
              <a:rPr dirty="0" sz="2750" spc="-450">
                <a:latin typeface="Tahoma"/>
                <a:cs typeface="Tahoma"/>
              </a:rPr>
              <a:t> </a:t>
            </a:r>
            <a:r>
              <a:rPr dirty="0" sz="2750" spc="-80">
                <a:latin typeface="Tahoma"/>
                <a:cs typeface="Tahoma"/>
              </a:rPr>
              <a:t>Roshan, </a:t>
            </a:r>
            <a:r>
              <a:rPr dirty="0" sz="2750" spc="-10">
                <a:latin typeface="Tahoma"/>
                <a:cs typeface="Tahoma"/>
              </a:rPr>
              <a:t>Tanvi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D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56" y="405503"/>
            <a:ext cx="17393137" cy="94759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76350" y="3403432"/>
            <a:ext cx="8481060" cy="429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spc="-30" b="1">
                <a:latin typeface="Trebuchet MS"/>
                <a:cs typeface="Trebuchet MS"/>
              </a:rPr>
              <a:t>Objective: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Analyze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spc="100" b="1">
                <a:latin typeface="Trebuchet MS"/>
                <a:cs typeface="Trebuchet MS"/>
              </a:rPr>
              <a:t>Zomato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spc="65" b="1">
                <a:latin typeface="Trebuchet MS"/>
                <a:cs typeface="Trebuchet MS"/>
              </a:rPr>
              <a:t>data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spc="-35" b="1">
                <a:latin typeface="Trebuchet MS"/>
                <a:cs typeface="Trebuchet MS"/>
              </a:rPr>
              <a:t>for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insights</a:t>
            </a:r>
            <a:r>
              <a:rPr dirty="0" sz="3000" spc="-65" b="1">
                <a:latin typeface="Trebuchet MS"/>
                <a:cs typeface="Trebuchet MS"/>
              </a:rPr>
              <a:t> </a:t>
            </a:r>
            <a:r>
              <a:rPr dirty="0" sz="3000" spc="30" b="1">
                <a:latin typeface="Trebuchet MS"/>
                <a:cs typeface="Trebuchet MS"/>
              </a:rPr>
              <a:t>on </a:t>
            </a:r>
            <a:r>
              <a:rPr dirty="0" sz="3000" spc="55" b="1">
                <a:latin typeface="Trebuchet MS"/>
                <a:cs typeface="Trebuchet MS"/>
              </a:rPr>
              <a:t>customer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preferences,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growth,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90" b="1">
                <a:latin typeface="Trebuchet MS"/>
                <a:cs typeface="Trebuchet MS"/>
              </a:rPr>
              <a:t>and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trends </a:t>
            </a:r>
            <a:r>
              <a:rPr dirty="0" sz="3000" b="1">
                <a:latin typeface="Trebuchet MS"/>
                <a:cs typeface="Trebuchet MS"/>
              </a:rPr>
              <a:t>Tools: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Excel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spc="-35" b="1">
                <a:latin typeface="Trebuchet MS"/>
                <a:cs typeface="Trebuchet MS"/>
              </a:rPr>
              <a:t>(cleaning),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spc="160" b="1">
                <a:latin typeface="Trebuchet MS"/>
                <a:cs typeface="Trebuchet MS"/>
              </a:rPr>
              <a:t>SQL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spc="-85" b="1">
                <a:latin typeface="Trebuchet MS"/>
                <a:cs typeface="Trebuchet MS"/>
              </a:rPr>
              <a:t>(queries),</a:t>
            </a:r>
            <a:r>
              <a:rPr dirty="0" sz="3000" spc="-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Power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BI </a:t>
            </a:r>
            <a:r>
              <a:rPr dirty="0" sz="3000" b="1">
                <a:latin typeface="Trebuchet MS"/>
                <a:cs typeface="Trebuchet MS"/>
              </a:rPr>
              <a:t>(dashboards),</a:t>
            </a:r>
            <a:r>
              <a:rPr dirty="0" sz="3000" spc="-114" b="1">
                <a:latin typeface="Trebuchet MS"/>
                <a:cs typeface="Trebuchet MS"/>
              </a:rPr>
              <a:t> </a:t>
            </a:r>
            <a:r>
              <a:rPr dirty="0" sz="3000" spc="60" b="1">
                <a:latin typeface="Trebuchet MS"/>
                <a:cs typeface="Trebuchet MS"/>
              </a:rPr>
              <a:t>Tableau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(storytelling)</a:t>
            </a:r>
            <a:endParaRPr sz="3000">
              <a:latin typeface="Trebuchet MS"/>
              <a:cs typeface="Trebuchet MS"/>
            </a:endParaRPr>
          </a:p>
          <a:p>
            <a:pPr marL="12700" marR="528320">
              <a:lnSpc>
                <a:spcPts val="4200"/>
              </a:lnSpc>
              <a:spcBef>
                <a:spcPts val="240"/>
              </a:spcBef>
            </a:pPr>
            <a:r>
              <a:rPr dirty="0" sz="3000" spc="95" b="1">
                <a:latin typeface="Trebuchet MS"/>
                <a:cs typeface="Trebuchet MS"/>
              </a:rPr>
              <a:t>Focus</a:t>
            </a:r>
            <a:r>
              <a:rPr dirty="0" sz="3000" spc="-17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Areas: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Ratings,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cuisines,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price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ranges, </a:t>
            </a:r>
            <a:r>
              <a:rPr dirty="0" sz="3000" b="1">
                <a:latin typeface="Trebuchet MS"/>
                <a:cs typeface="Trebuchet MS"/>
              </a:rPr>
              <a:t>delivery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adoption,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100" b="1">
                <a:latin typeface="Trebuchet MS"/>
                <a:cs typeface="Trebuchet MS"/>
              </a:rPr>
              <a:t>geography</a:t>
            </a:r>
            <a:endParaRPr sz="3000">
              <a:latin typeface="Trebuchet MS"/>
              <a:cs typeface="Trebuchet MS"/>
            </a:endParaRPr>
          </a:p>
          <a:p>
            <a:pPr marL="12700" marR="89535">
              <a:lnSpc>
                <a:spcPts val="4200"/>
              </a:lnSpc>
            </a:pPr>
            <a:r>
              <a:rPr dirty="0" sz="3000" b="1">
                <a:latin typeface="Trebuchet MS"/>
                <a:cs typeface="Trebuchet MS"/>
              </a:rPr>
              <a:t>Goal: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spc="45" b="1">
                <a:latin typeface="Trebuchet MS"/>
                <a:cs typeface="Trebuchet MS"/>
              </a:rPr>
              <a:t>Improve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customer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satisfaction</a:t>
            </a:r>
            <a:r>
              <a:rPr dirty="0" sz="3000" spc="-105" b="1">
                <a:latin typeface="Trebuchet MS"/>
                <a:cs typeface="Trebuchet MS"/>
              </a:rPr>
              <a:t> </a:t>
            </a:r>
            <a:r>
              <a:rPr dirty="0" sz="3000" spc="795" b="1">
                <a:latin typeface="Trebuchet MS"/>
                <a:cs typeface="Trebuchet MS"/>
              </a:rPr>
              <a:t>s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identify </a:t>
            </a:r>
            <a:r>
              <a:rPr dirty="0" sz="3000" b="1">
                <a:latin typeface="Trebuchet MS"/>
                <a:cs typeface="Trebuchet MS"/>
              </a:rPr>
              <a:t>market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potential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521160"/>
            <a:ext cx="7235190" cy="2432050"/>
          </a:xfrm>
          <a:prstGeom prst="rect"/>
        </p:spPr>
        <p:txBody>
          <a:bodyPr wrap="square" lIns="0" tIns="361950" rIns="0" bIns="0" rtlCol="0" vert="horz">
            <a:spAutoFit/>
          </a:bodyPr>
          <a:lstStyle/>
          <a:p>
            <a:pPr marL="12700" marR="5080">
              <a:lnSpc>
                <a:spcPct val="74600"/>
              </a:lnSpc>
              <a:spcBef>
                <a:spcPts val="2850"/>
              </a:spcBef>
            </a:pPr>
            <a:r>
              <a:rPr dirty="0" sz="9050" spc="-325">
                <a:solidFill>
                  <a:srgbClr val="F42003"/>
                </a:solidFill>
              </a:rPr>
              <a:t>I</a:t>
            </a:r>
            <a:r>
              <a:rPr dirty="0" sz="9050" spc="-265">
                <a:solidFill>
                  <a:srgbClr val="F42003"/>
                </a:solidFill>
              </a:rPr>
              <a:t>n</a:t>
            </a:r>
            <a:r>
              <a:rPr dirty="0" sz="9050" spc="-350">
                <a:solidFill>
                  <a:srgbClr val="F42003"/>
                </a:solidFill>
              </a:rPr>
              <a:t>t</a:t>
            </a:r>
            <a:r>
              <a:rPr dirty="0" sz="9050" spc="-325">
                <a:solidFill>
                  <a:srgbClr val="F42003"/>
                </a:solidFill>
              </a:rPr>
              <a:t>r</a:t>
            </a:r>
            <a:r>
              <a:rPr dirty="0" sz="9050" spc="-250">
                <a:solidFill>
                  <a:srgbClr val="F42003"/>
                </a:solidFill>
              </a:rPr>
              <a:t>o</a:t>
            </a:r>
            <a:r>
              <a:rPr dirty="0" sz="9050" spc="-245">
                <a:solidFill>
                  <a:srgbClr val="F42003"/>
                </a:solidFill>
              </a:rPr>
              <a:t>d</a:t>
            </a:r>
            <a:r>
              <a:rPr dirty="0" sz="9050" spc="-260">
                <a:solidFill>
                  <a:srgbClr val="F42003"/>
                </a:solidFill>
              </a:rPr>
              <a:t>u</a:t>
            </a:r>
            <a:r>
              <a:rPr dirty="0" sz="9050" spc="-250">
                <a:solidFill>
                  <a:srgbClr val="F42003"/>
                </a:solidFill>
              </a:rPr>
              <a:t>c</a:t>
            </a:r>
            <a:r>
              <a:rPr dirty="0" sz="9050" spc="-350">
                <a:solidFill>
                  <a:srgbClr val="F42003"/>
                </a:solidFill>
              </a:rPr>
              <a:t>t</a:t>
            </a:r>
            <a:r>
              <a:rPr dirty="0" sz="9050" spc="-395">
                <a:solidFill>
                  <a:srgbClr val="F42003"/>
                </a:solidFill>
              </a:rPr>
              <a:t>i</a:t>
            </a:r>
            <a:r>
              <a:rPr dirty="0" sz="9050" spc="-250">
                <a:solidFill>
                  <a:srgbClr val="F42003"/>
                </a:solidFill>
              </a:rPr>
              <a:t>o</a:t>
            </a:r>
            <a:r>
              <a:rPr dirty="0" sz="9050" spc="130">
                <a:solidFill>
                  <a:srgbClr val="F42003"/>
                </a:solidFill>
              </a:rPr>
              <a:t>n</a:t>
            </a:r>
            <a:r>
              <a:rPr dirty="0" sz="9050" spc="-1260">
                <a:solidFill>
                  <a:srgbClr val="F42003"/>
                </a:solidFill>
              </a:rPr>
              <a:t> </a:t>
            </a:r>
            <a:r>
              <a:rPr dirty="0" sz="9050" spc="-25">
                <a:solidFill>
                  <a:srgbClr val="F42003"/>
                </a:solidFill>
              </a:rPr>
              <a:t>to </a:t>
            </a:r>
            <a:r>
              <a:rPr dirty="0" sz="9050" spc="-355">
                <a:solidFill>
                  <a:srgbClr val="F42003"/>
                </a:solidFill>
              </a:rPr>
              <a:t>P</a:t>
            </a:r>
            <a:r>
              <a:rPr dirty="0" sz="9050" spc="-430">
                <a:solidFill>
                  <a:srgbClr val="F42003"/>
                </a:solidFill>
              </a:rPr>
              <a:t>r</a:t>
            </a:r>
            <a:r>
              <a:rPr dirty="0" sz="9050" spc="-355">
                <a:solidFill>
                  <a:srgbClr val="F42003"/>
                </a:solidFill>
              </a:rPr>
              <a:t>o</a:t>
            </a:r>
            <a:r>
              <a:rPr dirty="0" sz="9050" spc="-635">
                <a:solidFill>
                  <a:srgbClr val="F42003"/>
                </a:solidFill>
              </a:rPr>
              <a:t>j</a:t>
            </a:r>
            <a:r>
              <a:rPr dirty="0" sz="9050" spc="-365">
                <a:solidFill>
                  <a:srgbClr val="F42003"/>
                </a:solidFill>
              </a:rPr>
              <a:t>e</a:t>
            </a:r>
            <a:r>
              <a:rPr dirty="0" sz="9050" spc="-355">
                <a:solidFill>
                  <a:srgbClr val="F42003"/>
                </a:solidFill>
              </a:rPr>
              <a:t>c</a:t>
            </a:r>
            <a:r>
              <a:rPr dirty="0" sz="9050" spc="25">
                <a:solidFill>
                  <a:srgbClr val="F42003"/>
                </a:solidFill>
              </a:rPr>
              <a:t>t</a:t>
            </a:r>
            <a:endParaRPr sz="9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BD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381" y="405503"/>
            <a:ext cx="17393137" cy="947599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501398"/>
            <a:ext cx="1191514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-210">
                <a:solidFill>
                  <a:srgbClr val="F42003"/>
                </a:solidFill>
              </a:rPr>
              <a:t>Ob</a:t>
            </a:r>
            <a:r>
              <a:rPr dirty="0" sz="9000" spc="-484">
                <a:solidFill>
                  <a:srgbClr val="F42003"/>
                </a:solidFill>
              </a:rPr>
              <a:t>j</a:t>
            </a:r>
            <a:r>
              <a:rPr dirty="0" sz="9000" spc="-220">
                <a:solidFill>
                  <a:srgbClr val="F42003"/>
                </a:solidFill>
              </a:rPr>
              <a:t>e</a:t>
            </a:r>
            <a:r>
              <a:rPr dirty="0" sz="9000" spc="-210">
                <a:solidFill>
                  <a:srgbClr val="F42003"/>
                </a:solidFill>
              </a:rPr>
              <a:t>c</a:t>
            </a:r>
            <a:r>
              <a:rPr dirty="0" sz="9000" spc="-310">
                <a:solidFill>
                  <a:srgbClr val="F42003"/>
                </a:solidFill>
              </a:rPr>
              <a:t>t</a:t>
            </a:r>
            <a:r>
              <a:rPr dirty="0" sz="9000" spc="-355">
                <a:solidFill>
                  <a:srgbClr val="F42003"/>
                </a:solidFill>
              </a:rPr>
              <a:t>i</a:t>
            </a:r>
            <a:r>
              <a:rPr dirty="0" sz="9000" spc="-220">
                <a:solidFill>
                  <a:srgbClr val="F42003"/>
                </a:solidFill>
              </a:rPr>
              <a:t>ve</a:t>
            </a:r>
            <a:r>
              <a:rPr dirty="0" sz="9000" spc="165">
                <a:solidFill>
                  <a:srgbClr val="F42003"/>
                </a:solidFill>
              </a:rPr>
              <a:t>s</a:t>
            </a:r>
            <a:r>
              <a:rPr dirty="0" sz="9000" spc="-1225">
                <a:solidFill>
                  <a:srgbClr val="F42003"/>
                </a:solidFill>
              </a:rPr>
              <a:t> </a:t>
            </a:r>
            <a:r>
              <a:rPr dirty="0" sz="9000" spc="-85">
                <a:solidFill>
                  <a:srgbClr val="F42003"/>
                </a:solidFill>
              </a:rPr>
              <a:t>of</a:t>
            </a:r>
            <a:r>
              <a:rPr dirty="0" sz="9000" spc="-1230">
                <a:solidFill>
                  <a:srgbClr val="F42003"/>
                </a:solidFill>
              </a:rPr>
              <a:t> </a:t>
            </a:r>
            <a:r>
              <a:rPr dirty="0" sz="9000" spc="-165">
                <a:solidFill>
                  <a:srgbClr val="F42003"/>
                </a:solidFill>
              </a:rPr>
              <a:t>the</a:t>
            </a:r>
            <a:r>
              <a:rPr dirty="0" sz="9000" spc="-1225">
                <a:solidFill>
                  <a:srgbClr val="F42003"/>
                </a:solidFill>
              </a:rPr>
              <a:t> </a:t>
            </a:r>
            <a:r>
              <a:rPr dirty="0" sz="9000" spc="-345">
                <a:solidFill>
                  <a:srgbClr val="F42003"/>
                </a:solidFill>
              </a:rPr>
              <a:t>P</a:t>
            </a:r>
            <a:r>
              <a:rPr dirty="0" sz="9000" spc="-420">
                <a:solidFill>
                  <a:srgbClr val="F42003"/>
                </a:solidFill>
              </a:rPr>
              <a:t>r</a:t>
            </a:r>
            <a:r>
              <a:rPr dirty="0" sz="9000" spc="-345">
                <a:solidFill>
                  <a:srgbClr val="F42003"/>
                </a:solidFill>
              </a:rPr>
              <a:t>o</a:t>
            </a:r>
            <a:r>
              <a:rPr dirty="0" sz="9000" spc="-620">
                <a:solidFill>
                  <a:srgbClr val="F42003"/>
                </a:solidFill>
              </a:rPr>
              <a:t>j</a:t>
            </a:r>
            <a:r>
              <a:rPr dirty="0" sz="9000" spc="-355">
                <a:solidFill>
                  <a:srgbClr val="F42003"/>
                </a:solidFill>
              </a:rPr>
              <a:t>e</a:t>
            </a:r>
            <a:r>
              <a:rPr dirty="0" sz="9000" spc="-345">
                <a:solidFill>
                  <a:srgbClr val="F42003"/>
                </a:solidFill>
              </a:rPr>
              <a:t>c</a:t>
            </a:r>
            <a:r>
              <a:rPr dirty="0" sz="9000" spc="30">
                <a:solidFill>
                  <a:srgbClr val="F42003"/>
                </a:solidFill>
              </a:rPr>
              <a:t>t</a:t>
            </a:r>
            <a:endParaRPr sz="9000"/>
          </a:p>
        </p:txBody>
      </p:sp>
      <p:sp>
        <p:nvSpPr>
          <p:cNvPr id="5" name="object 5" descr=""/>
          <p:cNvSpPr txBox="1"/>
          <p:nvPr/>
        </p:nvSpPr>
        <p:spPr>
          <a:xfrm>
            <a:off x="1016000" y="2637373"/>
            <a:ext cx="9980930" cy="4673600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3000" spc="-10" b="1">
                <a:latin typeface="Trebuchet MS"/>
                <a:cs typeface="Trebuchet MS"/>
              </a:rPr>
              <a:t>Project</a:t>
            </a:r>
            <a:r>
              <a:rPr dirty="0" sz="3000" spc="-17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Objective: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dirty="0" sz="3000" b="1">
                <a:latin typeface="Trebuchet MS"/>
                <a:cs typeface="Trebuchet MS"/>
              </a:rPr>
              <a:t>The</a:t>
            </a:r>
            <a:r>
              <a:rPr dirty="0" sz="3000" spc="-12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main</a:t>
            </a:r>
            <a:r>
              <a:rPr dirty="0" sz="3000" spc="-12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objectives</a:t>
            </a:r>
            <a:r>
              <a:rPr dirty="0" sz="3000" spc="-12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of</a:t>
            </a:r>
            <a:r>
              <a:rPr dirty="0" sz="3000" spc="-125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this</a:t>
            </a:r>
            <a:r>
              <a:rPr dirty="0" sz="3000" spc="-120" b="1">
                <a:latin typeface="Trebuchet MS"/>
                <a:cs typeface="Trebuchet MS"/>
              </a:rPr>
              <a:t> </a:t>
            </a:r>
            <a:r>
              <a:rPr dirty="0" sz="3000" spc="45" b="1">
                <a:latin typeface="Trebuchet MS"/>
                <a:cs typeface="Trebuchet MS"/>
              </a:rPr>
              <a:t>analysis</a:t>
            </a:r>
            <a:r>
              <a:rPr dirty="0" sz="3000" spc="-120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are:</a:t>
            </a:r>
            <a:endParaRPr sz="3000">
              <a:latin typeface="Trebuchet MS"/>
              <a:cs typeface="Trebuchet MS"/>
            </a:endParaRPr>
          </a:p>
          <a:p>
            <a:pPr marL="658495" marR="541020" indent="-352425">
              <a:lnSpc>
                <a:spcPts val="4200"/>
              </a:lnSpc>
              <a:spcBef>
                <a:spcPts val="240"/>
              </a:spcBef>
              <a:buFont typeface="Trebuchet MS"/>
              <a:buAutoNum type="arabicPeriod"/>
              <a:tabLst>
                <a:tab pos="659765" algn="l"/>
              </a:tabLst>
            </a:pPr>
            <a:r>
              <a:rPr dirty="0" sz="3000" spc="50" b="1">
                <a:latin typeface="Trebuchet MS"/>
                <a:cs typeface="Trebuchet MS"/>
              </a:rPr>
              <a:t>To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spc="60" b="1">
                <a:latin typeface="Trebuchet MS"/>
                <a:cs typeface="Trebuchet MS"/>
              </a:rPr>
              <a:t>study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restaurant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growth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over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time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and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across </a:t>
            </a:r>
            <a:r>
              <a:rPr dirty="0" sz="3000" spc="75" b="1">
                <a:latin typeface="Trebuchet MS"/>
                <a:cs typeface="Trebuchet MS"/>
              </a:rPr>
              <a:t>	</a:t>
            </a:r>
            <a:r>
              <a:rPr dirty="0" sz="3000" spc="-10" b="1">
                <a:latin typeface="Trebuchet MS"/>
                <a:cs typeface="Trebuchet MS"/>
              </a:rPr>
              <a:t>geographies.</a:t>
            </a:r>
            <a:endParaRPr sz="3000">
              <a:latin typeface="Trebuchet MS"/>
              <a:cs typeface="Trebuchet MS"/>
            </a:endParaRPr>
          </a:p>
          <a:p>
            <a:pPr marL="659130" indent="-352425">
              <a:lnSpc>
                <a:spcPct val="100000"/>
              </a:lnSpc>
              <a:spcBef>
                <a:spcPts val="359"/>
              </a:spcBef>
              <a:buFont typeface="Trebuchet MS"/>
              <a:buAutoNum type="arabicPeriod"/>
              <a:tabLst>
                <a:tab pos="659130" algn="l"/>
              </a:tabLst>
            </a:pPr>
            <a:r>
              <a:rPr dirty="0" sz="3000" spc="50" b="1">
                <a:latin typeface="Trebuchet MS"/>
                <a:cs typeface="Trebuchet MS"/>
              </a:rPr>
              <a:t>To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analyze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customer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ratings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and</a:t>
            </a:r>
            <a:r>
              <a:rPr dirty="0" sz="3000" spc="-8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satisfaction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levels.</a:t>
            </a:r>
            <a:endParaRPr sz="3000">
              <a:latin typeface="Trebuchet MS"/>
              <a:cs typeface="Trebuchet MS"/>
            </a:endParaRPr>
          </a:p>
          <a:p>
            <a:pPr marL="658495" indent="-352425">
              <a:lnSpc>
                <a:spcPct val="100000"/>
              </a:lnSpc>
              <a:spcBef>
                <a:spcPts val="600"/>
              </a:spcBef>
              <a:buFont typeface="Trebuchet MS"/>
              <a:buAutoNum type="arabicPeriod"/>
              <a:tabLst>
                <a:tab pos="658495" algn="l"/>
              </a:tabLst>
            </a:pPr>
            <a:r>
              <a:rPr dirty="0" sz="3000" spc="50" b="1">
                <a:latin typeface="Trebuchet MS"/>
                <a:cs typeface="Trebuchet MS"/>
              </a:rPr>
              <a:t>To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evaluate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cuisine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performance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and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preferences.</a:t>
            </a:r>
            <a:endParaRPr sz="3000">
              <a:latin typeface="Trebuchet MS"/>
              <a:cs typeface="Trebuchet MS"/>
            </a:endParaRPr>
          </a:p>
          <a:p>
            <a:pPr marL="658495" marR="152400" indent="-352425">
              <a:lnSpc>
                <a:spcPts val="4200"/>
              </a:lnSpc>
              <a:spcBef>
                <a:spcPts val="100"/>
              </a:spcBef>
              <a:buFont typeface="Trebuchet MS"/>
              <a:buAutoNum type="arabicPeriod"/>
              <a:tabLst>
                <a:tab pos="659765" algn="l"/>
              </a:tabLst>
            </a:pPr>
            <a:r>
              <a:rPr dirty="0" sz="3000" spc="50" b="1">
                <a:latin typeface="Trebuchet MS"/>
                <a:cs typeface="Trebuchet MS"/>
              </a:rPr>
              <a:t>To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understand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spc="80" b="1">
                <a:latin typeface="Trebuchet MS"/>
                <a:cs typeface="Trebuchet MS"/>
              </a:rPr>
              <a:t>cost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patterns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and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delivery</a:t>
            </a:r>
            <a:r>
              <a:rPr dirty="0" sz="3000" spc="-8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adoption 	trends.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8453" y="3002146"/>
            <a:ext cx="3802379" cy="4945380"/>
          </a:xfrm>
          <a:custGeom>
            <a:avLst/>
            <a:gdLst/>
            <a:ahLst/>
            <a:cxnLst/>
            <a:rect l="l" t="t" r="r" b="b"/>
            <a:pathLst>
              <a:path w="3802379" h="4945380">
                <a:moveTo>
                  <a:pt x="3258979" y="4944883"/>
                </a:moveTo>
                <a:lnTo>
                  <a:pt x="542924" y="4944883"/>
                </a:lnTo>
                <a:lnTo>
                  <a:pt x="496079" y="4942891"/>
                </a:lnTo>
                <a:lnTo>
                  <a:pt x="450340" y="4937021"/>
                </a:lnTo>
                <a:lnTo>
                  <a:pt x="405870" y="4927437"/>
                </a:lnTo>
                <a:lnTo>
                  <a:pt x="362833" y="4914302"/>
                </a:lnTo>
                <a:lnTo>
                  <a:pt x="321392" y="4897778"/>
                </a:lnTo>
                <a:lnTo>
                  <a:pt x="281709" y="4878030"/>
                </a:lnTo>
                <a:lnTo>
                  <a:pt x="243947" y="4855219"/>
                </a:lnTo>
                <a:lnTo>
                  <a:pt x="208270" y="4829509"/>
                </a:lnTo>
                <a:lnTo>
                  <a:pt x="174840" y="4801063"/>
                </a:lnTo>
                <a:lnTo>
                  <a:pt x="143820" y="4770044"/>
                </a:lnTo>
                <a:lnTo>
                  <a:pt x="115374" y="4736614"/>
                </a:lnTo>
                <a:lnTo>
                  <a:pt x="89664" y="4700937"/>
                </a:lnTo>
                <a:lnTo>
                  <a:pt x="66853" y="4663175"/>
                </a:lnTo>
                <a:lnTo>
                  <a:pt x="47105" y="4623492"/>
                </a:lnTo>
                <a:lnTo>
                  <a:pt x="30581" y="4582050"/>
                </a:lnTo>
                <a:lnTo>
                  <a:pt x="17446" y="4539013"/>
                </a:lnTo>
                <a:lnTo>
                  <a:pt x="7862" y="4494544"/>
                </a:lnTo>
                <a:lnTo>
                  <a:pt x="1992" y="4448805"/>
                </a:lnTo>
                <a:lnTo>
                  <a:pt x="0" y="4401959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3258979" y="0"/>
                </a:lnTo>
                <a:lnTo>
                  <a:pt x="3305825" y="1992"/>
                </a:lnTo>
                <a:lnTo>
                  <a:pt x="3351564" y="7862"/>
                </a:lnTo>
                <a:lnTo>
                  <a:pt x="3396034" y="17446"/>
                </a:lnTo>
                <a:lnTo>
                  <a:pt x="3439071" y="30581"/>
                </a:lnTo>
                <a:lnTo>
                  <a:pt x="3480512" y="47105"/>
                </a:lnTo>
                <a:lnTo>
                  <a:pt x="3520195" y="66853"/>
                </a:lnTo>
                <a:lnTo>
                  <a:pt x="3557957" y="89664"/>
                </a:lnTo>
                <a:lnTo>
                  <a:pt x="3593634" y="115374"/>
                </a:lnTo>
                <a:lnTo>
                  <a:pt x="3627064" y="143820"/>
                </a:lnTo>
                <a:lnTo>
                  <a:pt x="3658084" y="174840"/>
                </a:lnTo>
                <a:lnTo>
                  <a:pt x="3686530" y="208270"/>
                </a:lnTo>
                <a:lnTo>
                  <a:pt x="3712240" y="243947"/>
                </a:lnTo>
                <a:lnTo>
                  <a:pt x="3735051" y="281709"/>
                </a:lnTo>
                <a:lnTo>
                  <a:pt x="3754799" y="321392"/>
                </a:lnTo>
                <a:lnTo>
                  <a:pt x="3771322" y="362833"/>
                </a:lnTo>
                <a:lnTo>
                  <a:pt x="3784457" y="405870"/>
                </a:lnTo>
                <a:lnTo>
                  <a:pt x="3794042" y="450340"/>
                </a:lnTo>
                <a:lnTo>
                  <a:pt x="3799911" y="496079"/>
                </a:lnTo>
                <a:lnTo>
                  <a:pt x="3801904" y="542924"/>
                </a:lnTo>
                <a:lnTo>
                  <a:pt x="3801904" y="4401959"/>
                </a:lnTo>
                <a:lnTo>
                  <a:pt x="3799911" y="4448805"/>
                </a:lnTo>
                <a:lnTo>
                  <a:pt x="3794042" y="4494544"/>
                </a:lnTo>
                <a:lnTo>
                  <a:pt x="3784457" y="4539013"/>
                </a:lnTo>
                <a:lnTo>
                  <a:pt x="3771322" y="4582050"/>
                </a:lnTo>
                <a:lnTo>
                  <a:pt x="3754799" y="4623492"/>
                </a:lnTo>
                <a:lnTo>
                  <a:pt x="3735051" y="4663175"/>
                </a:lnTo>
                <a:lnTo>
                  <a:pt x="3712240" y="4700937"/>
                </a:lnTo>
                <a:lnTo>
                  <a:pt x="3686530" y="4736614"/>
                </a:lnTo>
                <a:lnTo>
                  <a:pt x="3658084" y="4770044"/>
                </a:lnTo>
                <a:lnTo>
                  <a:pt x="3627064" y="4801063"/>
                </a:lnTo>
                <a:lnTo>
                  <a:pt x="3593634" y="4829509"/>
                </a:lnTo>
                <a:lnTo>
                  <a:pt x="3557957" y="4855219"/>
                </a:lnTo>
                <a:lnTo>
                  <a:pt x="3520195" y="4878030"/>
                </a:lnTo>
                <a:lnTo>
                  <a:pt x="3480512" y="4897778"/>
                </a:lnTo>
                <a:lnTo>
                  <a:pt x="3439071" y="4914302"/>
                </a:lnTo>
                <a:lnTo>
                  <a:pt x="3396034" y="4927437"/>
                </a:lnTo>
                <a:lnTo>
                  <a:pt x="3351564" y="4937021"/>
                </a:lnTo>
                <a:lnTo>
                  <a:pt x="3305825" y="4942891"/>
                </a:lnTo>
                <a:lnTo>
                  <a:pt x="3258979" y="4944883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50473" y="3002146"/>
            <a:ext cx="3802379" cy="4945380"/>
          </a:xfrm>
          <a:custGeom>
            <a:avLst/>
            <a:gdLst/>
            <a:ahLst/>
            <a:cxnLst/>
            <a:rect l="l" t="t" r="r" b="b"/>
            <a:pathLst>
              <a:path w="3802380" h="4945380">
                <a:moveTo>
                  <a:pt x="3258980" y="4944883"/>
                </a:moveTo>
                <a:lnTo>
                  <a:pt x="542924" y="4944883"/>
                </a:lnTo>
                <a:lnTo>
                  <a:pt x="496079" y="4942891"/>
                </a:lnTo>
                <a:lnTo>
                  <a:pt x="450340" y="4937021"/>
                </a:lnTo>
                <a:lnTo>
                  <a:pt x="405871" y="4927437"/>
                </a:lnTo>
                <a:lnTo>
                  <a:pt x="362834" y="4914302"/>
                </a:lnTo>
                <a:lnTo>
                  <a:pt x="321392" y="4897778"/>
                </a:lnTo>
                <a:lnTo>
                  <a:pt x="281709" y="4878030"/>
                </a:lnTo>
                <a:lnTo>
                  <a:pt x="243947" y="4855219"/>
                </a:lnTo>
                <a:lnTo>
                  <a:pt x="208270" y="4829509"/>
                </a:lnTo>
                <a:lnTo>
                  <a:pt x="174840" y="4801063"/>
                </a:lnTo>
                <a:lnTo>
                  <a:pt x="143821" y="4770044"/>
                </a:lnTo>
                <a:lnTo>
                  <a:pt x="115374" y="4736614"/>
                </a:lnTo>
                <a:lnTo>
                  <a:pt x="89664" y="4700937"/>
                </a:lnTo>
                <a:lnTo>
                  <a:pt x="66853" y="4663175"/>
                </a:lnTo>
                <a:lnTo>
                  <a:pt x="47105" y="4623492"/>
                </a:lnTo>
                <a:lnTo>
                  <a:pt x="30582" y="4582050"/>
                </a:lnTo>
                <a:lnTo>
                  <a:pt x="17446" y="4539013"/>
                </a:lnTo>
                <a:lnTo>
                  <a:pt x="7862" y="4494544"/>
                </a:lnTo>
                <a:lnTo>
                  <a:pt x="1992" y="4448805"/>
                </a:lnTo>
                <a:lnTo>
                  <a:pt x="0" y="4401959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2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1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4" y="30581"/>
                </a:lnTo>
                <a:lnTo>
                  <a:pt x="405871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3258980" y="0"/>
                </a:lnTo>
                <a:lnTo>
                  <a:pt x="3305825" y="1992"/>
                </a:lnTo>
                <a:lnTo>
                  <a:pt x="3351564" y="7862"/>
                </a:lnTo>
                <a:lnTo>
                  <a:pt x="3396034" y="17446"/>
                </a:lnTo>
                <a:lnTo>
                  <a:pt x="3439071" y="30581"/>
                </a:lnTo>
                <a:lnTo>
                  <a:pt x="3480512" y="47105"/>
                </a:lnTo>
                <a:lnTo>
                  <a:pt x="3520195" y="66853"/>
                </a:lnTo>
                <a:lnTo>
                  <a:pt x="3557957" y="89664"/>
                </a:lnTo>
                <a:lnTo>
                  <a:pt x="3593634" y="115374"/>
                </a:lnTo>
                <a:lnTo>
                  <a:pt x="3627064" y="143820"/>
                </a:lnTo>
                <a:lnTo>
                  <a:pt x="3658084" y="174840"/>
                </a:lnTo>
                <a:lnTo>
                  <a:pt x="3686530" y="208270"/>
                </a:lnTo>
                <a:lnTo>
                  <a:pt x="3712240" y="243947"/>
                </a:lnTo>
                <a:lnTo>
                  <a:pt x="3735051" y="281709"/>
                </a:lnTo>
                <a:lnTo>
                  <a:pt x="3754799" y="321392"/>
                </a:lnTo>
                <a:lnTo>
                  <a:pt x="3771323" y="362833"/>
                </a:lnTo>
                <a:lnTo>
                  <a:pt x="3784458" y="405870"/>
                </a:lnTo>
                <a:lnTo>
                  <a:pt x="3794042" y="450340"/>
                </a:lnTo>
                <a:lnTo>
                  <a:pt x="3799912" y="496079"/>
                </a:lnTo>
                <a:lnTo>
                  <a:pt x="3801905" y="542924"/>
                </a:lnTo>
                <a:lnTo>
                  <a:pt x="3801905" y="4401959"/>
                </a:lnTo>
                <a:lnTo>
                  <a:pt x="3799912" y="4448805"/>
                </a:lnTo>
                <a:lnTo>
                  <a:pt x="3794042" y="4494544"/>
                </a:lnTo>
                <a:lnTo>
                  <a:pt x="3784458" y="4539013"/>
                </a:lnTo>
                <a:lnTo>
                  <a:pt x="3771323" y="4582050"/>
                </a:lnTo>
                <a:lnTo>
                  <a:pt x="3754799" y="4623492"/>
                </a:lnTo>
                <a:lnTo>
                  <a:pt x="3735051" y="4663175"/>
                </a:lnTo>
                <a:lnTo>
                  <a:pt x="3712240" y="4700937"/>
                </a:lnTo>
                <a:lnTo>
                  <a:pt x="3686530" y="4736614"/>
                </a:lnTo>
                <a:lnTo>
                  <a:pt x="3658084" y="4770044"/>
                </a:lnTo>
                <a:lnTo>
                  <a:pt x="3627064" y="4801063"/>
                </a:lnTo>
                <a:lnTo>
                  <a:pt x="3593634" y="4829509"/>
                </a:lnTo>
                <a:lnTo>
                  <a:pt x="3557957" y="4855219"/>
                </a:lnTo>
                <a:lnTo>
                  <a:pt x="3520195" y="4878030"/>
                </a:lnTo>
                <a:lnTo>
                  <a:pt x="3480512" y="4897778"/>
                </a:lnTo>
                <a:lnTo>
                  <a:pt x="3439071" y="4914302"/>
                </a:lnTo>
                <a:lnTo>
                  <a:pt x="3396034" y="4927437"/>
                </a:lnTo>
                <a:lnTo>
                  <a:pt x="3351564" y="4937021"/>
                </a:lnTo>
                <a:lnTo>
                  <a:pt x="3305825" y="4942891"/>
                </a:lnTo>
                <a:lnTo>
                  <a:pt x="3258980" y="4944883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94165" y="2983343"/>
            <a:ext cx="3802379" cy="4945380"/>
          </a:xfrm>
          <a:custGeom>
            <a:avLst/>
            <a:gdLst/>
            <a:ahLst/>
            <a:cxnLst/>
            <a:rect l="l" t="t" r="r" b="b"/>
            <a:pathLst>
              <a:path w="3802379" h="4945380">
                <a:moveTo>
                  <a:pt x="3258979" y="4944884"/>
                </a:moveTo>
                <a:lnTo>
                  <a:pt x="542924" y="4944884"/>
                </a:lnTo>
                <a:lnTo>
                  <a:pt x="496079" y="4942891"/>
                </a:lnTo>
                <a:lnTo>
                  <a:pt x="450340" y="4937021"/>
                </a:lnTo>
                <a:lnTo>
                  <a:pt x="405870" y="4927437"/>
                </a:lnTo>
                <a:lnTo>
                  <a:pt x="362833" y="4914302"/>
                </a:lnTo>
                <a:lnTo>
                  <a:pt x="321392" y="4897778"/>
                </a:lnTo>
                <a:lnTo>
                  <a:pt x="281709" y="4878030"/>
                </a:lnTo>
                <a:lnTo>
                  <a:pt x="243947" y="4855219"/>
                </a:lnTo>
                <a:lnTo>
                  <a:pt x="208270" y="4829509"/>
                </a:lnTo>
                <a:lnTo>
                  <a:pt x="174840" y="4801063"/>
                </a:lnTo>
                <a:lnTo>
                  <a:pt x="143820" y="4770044"/>
                </a:lnTo>
                <a:lnTo>
                  <a:pt x="115374" y="4736614"/>
                </a:lnTo>
                <a:lnTo>
                  <a:pt x="89664" y="4700937"/>
                </a:lnTo>
                <a:lnTo>
                  <a:pt x="66853" y="4663175"/>
                </a:lnTo>
                <a:lnTo>
                  <a:pt x="47105" y="4623492"/>
                </a:lnTo>
                <a:lnTo>
                  <a:pt x="30581" y="4582050"/>
                </a:lnTo>
                <a:lnTo>
                  <a:pt x="17446" y="4539013"/>
                </a:lnTo>
                <a:lnTo>
                  <a:pt x="7862" y="4494544"/>
                </a:lnTo>
                <a:lnTo>
                  <a:pt x="1992" y="4448805"/>
                </a:lnTo>
                <a:lnTo>
                  <a:pt x="0" y="4401959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3258979" y="0"/>
                </a:lnTo>
                <a:lnTo>
                  <a:pt x="3305825" y="1992"/>
                </a:lnTo>
                <a:lnTo>
                  <a:pt x="3351564" y="7862"/>
                </a:lnTo>
                <a:lnTo>
                  <a:pt x="3396033" y="17446"/>
                </a:lnTo>
                <a:lnTo>
                  <a:pt x="3439070" y="30581"/>
                </a:lnTo>
                <a:lnTo>
                  <a:pt x="3480512" y="47105"/>
                </a:lnTo>
                <a:lnTo>
                  <a:pt x="3520195" y="66853"/>
                </a:lnTo>
                <a:lnTo>
                  <a:pt x="3557957" y="89664"/>
                </a:lnTo>
                <a:lnTo>
                  <a:pt x="3593634" y="115374"/>
                </a:lnTo>
                <a:lnTo>
                  <a:pt x="3627064" y="143820"/>
                </a:lnTo>
                <a:lnTo>
                  <a:pt x="3658083" y="174840"/>
                </a:lnTo>
                <a:lnTo>
                  <a:pt x="3686530" y="208270"/>
                </a:lnTo>
                <a:lnTo>
                  <a:pt x="3712240" y="243947"/>
                </a:lnTo>
                <a:lnTo>
                  <a:pt x="3735050" y="281709"/>
                </a:lnTo>
                <a:lnTo>
                  <a:pt x="3754799" y="321392"/>
                </a:lnTo>
                <a:lnTo>
                  <a:pt x="3771322" y="362833"/>
                </a:lnTo>
                <a:lnTo>
                  <a:pt x="3784457" y="405870"/>
                </a:lnTo>
                <a:lnTo>
                  <a:pt x="3794041" y="450340"/>
                </a:lnTo>
                <a:lnTo>
                  <a:pt x="3799911" y="496079"/>
                </a:lnTo>
                <a:lnTo>
                  <a:pt x="3801904" y="542924"/>
                </a:lnTo>
                <a:lnTo>
                  <a:pt x="3801904" y="4401959"/>
                </a:lnTo>
                <a:lnTo>
                  <a:pt x="3799911" y="4448805"/>
                </a:lnTo>
                <a:lnTo>
                  <a:pt x="3794041" y="4494544"/>
                </a:lnTo>
                <a:lnTo>
                  <a:pt x="3784457" y="4539013"/>
                </a:lnTo>
                <a:lnTo>
                  <a:pt x="3771322" y="4582050"/>
                </a:lnTo>
                <a:lnTo>
                  <a:pt x="3754799" y="4623492"/>
                </a:lnTo>
                <a:lnTo>
                  <a:pt x="3735050" y="4663175"/>
                </a:lnTo>
                <a:lnTo>
                  <a:pt x="3712240" y="4700937"/>
                </a:lnTo>
                <a:lnTo>
                  <a:pt x="3686530" y="4736614"/>
                </a:lnTo>
                <a:lnTo>
                  <a:pt x="3658083" y="4770044"/>
                </a:lnTo>
                <a:lnTo>
                  <a:pt x="3627064" y="4801063"/>
                </a:lnTo>
                <a:lnTo>
                  <a:pt x="3593634" y="4829509"/>
                </a:lnTo>
                <a:lnTo>
                  <a:pt x="3557957" y="4855219"/>
                </a:lnTo>
                <a:lnTo>
                  <a:pt x="3520195" y="4878030"/>
                </a:lnTo>
                <a:lnTo>
                  <a:pt x="3480512" y="4897778"/>
                </a:lnTo>
                <a:lnTo>
                  <a:pt x="3439070" y="4914302"/>
                </a:lnTo>
                <a:lnTo>
                  <a:pt x="3396033" y="4927437"/>
                </a:lnTo>
                <a:lnTo>
                  <a:pt x="3351564" y="4937021"/>
                </a:lnTo>
                <a:lnTo>
                  <a:pt x="3305825" y="4942891"/>
                </a:lnTo>
                <a:lnTo>
                  <a:pt x="3258979" y="4944884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372320" y="3002146"/>
            <a:ext cx="3802379" cy="4945380"/>
          </a:xfrm>
          <a:custGeom>
            <a:avLst/>
            <a:gdLst/>
            <a:ahLst/>
            <a:cxnLst/>
            <a:rect l="l" t="t" r="r" b="b"/>
            <a:pathLst>
              <a:path w="3802380" h="4945380">
                <a:moveTo>
                  <a:pt x="3258979" y="4944883"/>
                </a:moveTo>
                <a:lnTo>
                  <a:pt x="542924" y="4944883"/>
                </a:lnTo>
                <a:lnTo>
                  <a:pt x="496079" y="4942891"/>
                </a:lnTo>
                <a:lnTo>
                  <a:pt x="450340" y="4937021"/>
                </a:lnTo>
                <a:lnTo>
                  <a:pt x="405870" y="4927437"/>
                </a:lnTo>
                <a:lnTo>
                  <a:pt x="362833" y="4914302"/>
                </a:lnTo>
                <a:lnTo>
                  <a:pt x="321392" y="4897778"/>
                </a:lnTo>
                <a:lnTo>
                  <a:pt x="281709" y="4878030"/>
                </a:lnTo>
                <a:lnTo>
                  <a:pt x="243947" y="4855219"/>
                </a:lnTo>
                <a:lnTo>
                  <a:pt x="208270" y="4829509"/>
                </a:lnTo>
                <a:lnTo>
                  <a:pt x="174840" y="4801063"/>
                </a:lnTo>
                <a:lnTo>
                  <a:pt x="143820" y="4770044"/>
                </a:lnTo>
                <a:lnTo>
                  <a:pt x="115374" y="4736614"/>
                </a:lnTo>
                <a:lnTo>
                  <a:pt x="89664" y="4700937"/>
                </a:lnTo>
                <a:lnTo>
                  <a:pt x="66853" y="4663175"/>
                </a:lnTo>
                <a:lnTo>
                  <a:pt x="47105" y="4623492"/>
                </a:lnTo>
                <a:lnTo>
                  <a:pt x="30581" y="4582050"/>
                </a:lnTo>
                <a:lnTo>
                  <a:pt x="17446" y="4539013"/>
                </a:lnTo>
                <a:lnTo>
                  <a:pt x="7862" y="4494544"/>
                </a:lnTo>
                <a:lnTo>
                  <a:pt x="1992" y="4448805"/>
                </a:lnTo>
                <a:lnTo>
                  <a:pt x="0" y="4401959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3258979" y="0"/>
                </a:lnTo>
                <a:lnTo>
                  <a:pt x="3305825" y="1992"/>
                </a:lnTo>
                <a:lnTo>
                  <a:pt x="3351564" y="7862"/>
                </a:lnTo>
                <a:lnTo>
                  <a:pt x="3396033" y="17446"/>
                </a:lnTo>
                <a:lnTo>
                  <a:pt x="3439070" y="30581"/>
                </a:lnTo>
                <a:lnTo>
                  <a:pt x="3480512" y="47105"/>
                </a:lnTo>
                <a:lnTo>
                  <a:pt x="3520195" y="66853"/>
                </a:lnTo>
                <a:lnTo>
                  <a:pt x="3557957" y="89664"/>
                </a:lnTo>
                <a:lnTo>
                  <a:pt x="3593634" y="115374"/>
                </a:lnTo>
                <a:lnTo>
                  <a:pt x="3627064" y="143820"/>
                </a:lnTo>
                <a:lnTo>
                  <a:pt x="3658083" y="174840"/>
                </a:lnTo>
                <a:lnTo>
                  <a:pt x="3686530" y="208270"/>
                </a:lnTo>
                <a:lnTo>
                  <a:pt x="3712240" y="243947"/>
                </a:lnTo>
                <a:lnTo>
                  <a:pt x="3735050" y="281709"/>
                </a:lnTo>
                <a:lnTo>
                  <a:pt x="3754799" y="321392"/>
                </a:lnTo>
                <a:lnTo>
                  <a:pt x="3771322" y="362833"/>
                </a:lnTo>
                <a:lnTo>
                  <a:pt x="3784457" y="405870"/>
                </a:lnTo>
                <a:lnTo>
                  <a:pt x="3794041" y="450340"/>
                </a:lnTo>
                <a:lnTo>
                  <a:pt x="3799911" y="496079"/>
                </a:lnTo>
                <a:lnTo>
                  <a:pt x="3801904" y="542924"/>
                </a:lnTo>
                <a:lnTo>
                  <a:pt x="3801904" y="4401959"/>
                </a:lnTo>
                <a:lnTo>
                  <a:pt x="3799911" y="4448805"/>
                </a:lnTo>
                <a:lnTo>
                  <a:pt x="3794041" y="4494544"/>
                </a:lnTo>
                <a:lnTo>
                  <a:pt x="3784457" y="4539013"/>
                </a:lnTo>
                <a:lnTo>
                  <a:pt x="3771322" y="4582050"/>
                </a:lnTo>
                <a:lnTo>
                  <a:pt x="3754799" y="4623492"/>
                </a:lnTo>
                <a:lnTo>
                  <a:pt x="3735050" y="4663175"/>
                </a:lnTo>
                <a:lnTo>
                  <a:pt x="3712240" y="4700937"/>
                </a:lnTo>
                <a:lnTo>
                  <a:pt x="3686530" y="4736614"/>
                </a:lnTo>
                <a:lnTo>
                  <a:pt x="3658083" y="4770044"/>
                </a:lnTo>
                <a:lnTo>
                  <a:pt x="3627064" y="4801063"/>
                </a:lnTo>
                <a:lnTo>
                  <a:pt x="3593634" y="4829509"/>
                </a:lnTo>
                <a:lnTo>
                  <a:pt x="3557957" y="4855219"/>
                </a:lnTo>
                <a:lnTo>
                  <a:pt x="3520195" y="4878030"/>
                </a:lnTo>
                <a:lnTo>
                  <a:pt x="3480512" y="4897778"/>
                </a:lnTo>
                <a:lnTo>
                  <a:pt x="3439070" y="4914302"/>
                </a:lnTo>
                <a:lnTo>
                  <a:pt x="3396033" y="4927437"/>
                </a:lnTo>
                <a:lnTo>
                  <a:pt x="3351564" y="4937021"/>
                </a:lnTo>
                <a:lnTo>
                  <a:pt x="3305825" y="4942891"/>
                </a:lnTo>
                <a:lnTo>
                  <a:pt x="3258979" y="4944883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664620" y="7682900"/>
            <a:ext cx="1333500" cy="1477645"/>
            <a:chOff x="1664620" y="7682900"/>
            <a:chExt cx="1333500" cy="1477645"/>
          </a:xfrm>
        </p:grpSpPr>
        <p:sp>
          <p:nvSpPr>
            <p:cNvPr id="7" name="object 7" descr=""/>
            <p:cNvSpPr/>
            <p:nvPr/>
          </p:nvSpPr>
          <p:spPr>
            <a:xfrm>
              <a:off x="2111645" y="7716996"/>
              <a:ext cx="371475" cy="375285"/>
            </a:xfrm>
            <a:custGeom>
              <a:avLst/>
              <a:gdLst/>
              <a:ahLst/>
              <a:cxnLst/>
              <a:rect l="l" t="t" r="r" b="b"/>
              <a:pathLst>
                <a:path w="371475" h="375284">
                  <a:moveTo>
                    <a:pt x="371258" y="375065"/>
                  </a:moveTo>
                  <a:lnTo>
                    <a:pt x="0" y="375065"/>
                  </a:lnTo>
                  <a:lnTo>
                    <a:pt x="0" y="0"/>
                  </a:lnTo>
                  <a:lnTo>
                    <a:pt x="371258" y="375065"/>
                  </a:lnTo>
                  <a:close/>
                </a:path>
              </a:pathLst>
            </a:custGeom>
            <a:solidFill>
              <a:srgbClr val="211F1F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26016" y="7682900"/>
              <a:ext cx="1072515" cy="1477645"/>
            </a:xfrm>
            <a:custGeom>
              <a:avLst/>
              <a:gdLst/>
              <a:ahLst/>
              <a:cxnLst/>
              <a:rect l="l" t="t" r="r" b="b"/>
              <a:pathLst>
                <a:path w="1072514" h="1477645">
                  <a:moveTo>
                    <a:pt x="973606" y="1477528"/>
                  </a:moveTo>
                  <a:lnTo>
                    <a:pt x="98497" y="1477528"/>
                  </a:lnTo>
                  <a:lnTo>
                    <a:pt x="60732" y="1469596"/>
                  </a:lnTo>
                  <a:lnTo>
                    <a:pt x="29359" y="1448167"/>
                  </a:lnTo>
                  <a:lnTo>
                    <a:pt x="7931" y="1416794"/>
                  </a:lnTo>
                  <a:lnTo>
                    <a:pt x="0" y="1379027"/>
                  </a:lnTo>
                  <a:lnTo>
                    <a:pt x="0" y="98501"/>
                  </a:lnTo>
                  <a:lnTo>
                    <a:pt x="7931" y="60734"/>
                  </a:lnTo>
                  <a:lnTo>
                    <a:pt x="29359" y="29361"/>
                  </a:lnTo>
                  <a:lnTo>
                    <a:pt x="60732" y="7932"/>
                  </a:lnTo>
                  <a:lnTo>
                    <a:pt x="98497" y="0"/>
                  </a:lnTo>
                  <a:lnTo>
                    <a:pt x="704633" y="0"/>
                  </a:lnTo>
                  <a:lnTo>
                    <a:pt x="1072103" y="371276"/>
                  </a:lnTo>
                  <a:lnTo>
                    <a:pt x="1072103" y="1379027"/>
                  </a:lnTo>
                  <a:lnTo>
                    <a:pt x="1064171" y="1416793"/>
                  </a:lnTo>
                  <a:lnTo>
                    <a:pt x="1042743" y="1448167"/>
                  </a:lnTo>
                  <a:lnTo>
                    <a:pt x="1011371" y="1469596"/>
                  </a:lnTo>
                  <a:lnTo>
                    <a:pt x="973606" y="1477528"/>
                  </a:lnTo>
                  <a:close/>
                </a:path>
              </a:pathLst>
            </a:custGeom>
            <a:solidFill>
              <a:srgbClr val="0F7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630649" y="7682900"/>
              <a:ext cx="367665" cy="371475"/>
            </a:xfrm>
            <a:custGeom>
              <a:avLst/>
              <a:gdLst/>
              <a:ahLst/>
              <a:cxnLst/>
              <a:rect l="l" t="t" r="r" b="b"/>
              <a:pathLst>
                <a:path w="367664" h="371475">
                  <a:moveTo>
                    <a:pt x="367470" y="371276"/>
                  </a:moveTo>
                  <a:lnTo>
                    <a:pt x="0" y="371276"/>
                  </a:lnTo>
                  <a:lnTo>
                    <a:pt x="0" y="0"/>
                  </a:lnTo>
                  <a:lnTo>
                    <a:pt x="367470" y="371276"/>
                  </a:lnTo>
                  <a:close/>
                </a:path>
              </a:pathLst>
            </a:custGeom>
            <a:solidFill>
              <a:srgbClr val="211F1F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68408" y="7898846"/>
              <a:ext cx="633095" cy="352425"/>
            </a:xfrm>
            <a:custGeom>
              <a:avLst/>
              <a:gdLst/>
              <a:ahLst/>
              <a:cxnLst/>
              <a:rect l="l" t="t" r="r" b="b"/>
              <a:pathLst>
                <a:path w="633094" h="352425">
                  <a:moveTo>
                    <a:pt x="579617" y="352333"/>
                  </a:moveTo>
                  <a:lnTo>
                    <a:pt x="56825" y="352333"/>
                  </a:lnTo>
                  <a:lnTo>
                    <a:pt x="35160" y="347716"/>
                  </a:lnTo>
                  <a:lnTo>
                    <a:pt x="17047" y="335285"/>
                  </a:lnTo>
                  <a:lnTo>
                    <a:pt x="4617" y="317171"/>
                  </a:lnTo>
                  <a:lnTo>
                    <a:pt x="0" y="295505"/>
                  </a:lnTo>
                  <a:lnTo>
                    <a:pt x="0" y="56828"/>
                  </a:lnTo>
                  <a:lnTo>
                    <a:pt x="4617" y="35162"/>
                  </a:lnTo>
                  <a:lnTo>
                    <a:pt x="17047" y="17048"/>
                  </a:lnTo>
                  <a:lnTo>
                    <a:pt x="35160" y="4617"/>
                  </a:lnTo>
                  <a:lnTo>
                    <a:pt x="56825" y="0"/>
                  </a:lnTo>
                  <a:lnTo>
                    <a:pt x="575829" y="0"/>
                  </a:lnTo>
                  <a:lnTo>
                    <a:pt x="597494" y="4617"/>
                  </a:lnTo>
                  <a:lnTo>
                    <a:pt x="615607" y="17048"/>
                  </a:lnTo>
                  <a:lnTo>
                    <a:pt x="628037" y="35162"/>
                  </a:lnTo>
                  <a:lnTo>
                    <a:pt x="632654" y="56828"/>
                  </a:lnTo>
                  <a:lnTo>
                    <a:pt x="632654" y="299294"/>
                  </a:lnTo>
                  <a:lnTo>
                    <a:pt x="630227" y="320368"/>
                  </a:lnTo>
                  <a:lnTo>
                    <a:pt x="618921" y="337179"/>
                  </a:lnTo>
                  <a:lnTo>
                    <a:pt x="601223" y="348308"/>
                  </a:lnTo>
                  <a:lnTo>
                    <a:pt x="579617" y="35233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64620" y="7895058"/>
              <a:ext cx="640715" cy="363855"/>
            </a:xfrm>
            <a:custGeom>
              <a:avLst/>
              <a:gdLst/>
              <a:ahLst/>
              <a:cxnLst/>
              <a:rect l="l" t="t" r="r" b="b"/>
              <a:pathLst>
                <a:path w="640714" h="363854">
                  <a:moveTo>
                    <a:pt x="583406" y="363699"/>
                  </a:moveTo>
                  <a:lnTo>
                    <a:pt x="60613" y="363699"/>
                  </a:lnTo>
                  <a:lnTo>
                    <a:pt x="36758" y="359022"/>
                  </a:lnTo>
                  <a:lnTo>
                    <a:pt x="17521" y="346177"/>
                  </a:lnTo>
                  <a:lnTo>
                    <a:pt x="4676" y="326938"/>
                  </a:lnTo>
                  <a:lnTo>
                    <a:pt x="0" y="303082"/>
                  </a:lnTo>
                  <a:lnTo>
                    <a:pt x="0" y="60616"/>
                  </a:lnTo>
                  <a:lnTo>
                    <a:pt x="4676" y="36760"/>
                  </a:lnTo>
                  <a:lnTo>
                    <a:pt x="17521" y="17521"/>
                  </a:lnTo>
                  <a:lnTo>
                    <a:pt x="36758" y="4676"/>
                  </a:lnTo>
                  <a:lnTo>
                    <a:pt x="60613" y="0"/>
                  </a:lnTo>
                  <a:lnTo>
                    <a:pt x="579617" y="0"/>
                  </a:lnTo>
                  <a:lnTo>
                    <a:pt x="603472" y="4676"/>
                  </a:lnTo>
                  <a:lnTo>
                    <a:pt x="607816" y="7577"/>
                  </a:lnTo>
                  <a:lnTo>
                    <a:pt x="60613" y="7577"/>
                  </a:lnTo>
                  <a:lnTo>
                    <a:pt x="39541" y="11602"/>
                  </a:lnTo>
                  <a:lnTo>
                    <a:pt x="22730" y="22731"/>
                  </a:lnTo>
                  <a:lnTo>
                    <a:pt x="11601" y="39542"/>
                  </a:lnTo>
                  <a:lnTo>
                    <a:pt x="7576" y="60616"/>
                  </a:lnTo>
                  <a:lnTo>
                    <a:pt x="7576" y="303082"/>
                  </a:lnTo>
                  <a:lnTo>
                    <a:pt x="11601" y="324156"/>
                  </a:lnTo>
                  <a:lnTo>
                    <a:pt x="22730" y="340968"/>
                  </a:lnTo>
                  <a:lnTo>
                    <a:pt x="39540" y="352097"/>
                  </a:lnTo>
                  <a:lnTo>
                    <a:pt x="60613" y="356122"/>
                  </a:lnTo>
                  <a:lnTo>
                    <a:pt x="608879" y="356122"/>
                  </a:lnTo>
                  <a:lnTo>
                    <a:pt x="605603" y="358490"/>
                  </a:lnTo>
                  <a:lnTo>
                    <a:pt x="583406" y="363699"/>
                  </a:lnTo>
                  <a:close/>
                </a:path>
                <a:path w="640714" h="363854">
                  <a:moveTo>
                    <a:pt x="608879" y="356122"/>
                  </a:moveTo>
                  <a:lnTo>
                    <a:pt x="579617" y="356122"/>
                  </a:lnTo>
                  <a:lnTo>
                    <a:pt x="600690" y="352097"/>
                  </a:lnTo>
                  <a:lnTo>
                    <a:pt x="617501" y="340968"/>
                  </a:lnTo>
                  <a:lnTo>
                    <a:pt x="628629" y="324156"/>
                  </a:lnTo>
                  <a:lnTo>
                    <a:pt x="632654" y="303082"/>
                  </a:lnTo>
                  <a:lnTo>
                    <a:pt x="632654" y="60616"/>
                  </a:lnTo>
                  <a:lnTo>
                    <a:pt x="628629" y="39542"/>
                  </a:lnTo>
                  <a:lnTo>
                    <a:pt x="617501" y="22731"/>
                  </a:lnTo>
                  <a:lnTo>
                    <a:pt x="600690" y="11602"/>
                  </a:lnTo>
                  <a:lnTo>
                    <a:pt x="579617" y="7577"/>
                  </a:lnTo>
                  <a:lnTo>
                    <a:pt x="607816" y="7577"/>
                  </a:lnTo>
                  <a:lnTo>
                    <a:pt x="622710" y="17521"/>
                  </a:lnTo>
                  <a:lnTo>
                    <a:pt x="635555" y="36760"/>
                  </a:lnTo>
                  <a:lnTo>
                    <a:pt x="640231" y="60616"/>
                  </a:lnTo>
                  <a:lnTo>
                    <a:pt x="640231" y="303082"/>
                  </a:lnTo>
                  <a:lnTo>
                    <a:pt x="637212" y="325340"/>
                  </a:lnTo>
                  <a:lnTo>
                    <a:pt x="624604" y="344756"/>
                  </a:lnTo>
                  <a:lnTo>
                    <a:pt x="608879" y="356122"/>
                  </a:lnTo>
                  <a:close/>
                </a:path>
              </a:pathLst>
            </a:custGeom>
            <a:solidFill>
              <a:srgbClr val="0F7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7212" y="7997348"/>
              <a:ext cx="140169" cy="15532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0111" y="7997348"/>
              <a:ext cx="215936" cy="15911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104059" y="8455773"/>
              <a:ext cx="716280" cy="473709"/>
            </a:xfrm>
            <a:custGeom>
              <a:avLst/>
              <a:gdLst/>
              <a:ahLst/>
              <a:cxnLst/>
              <a:rect l="l" t="t" r="r" b="b"/>
              <a:pathLst>
                <a:path w="716280" h="473709">
                  <a:moveTo>
                    <a:pt x="325805" y="382638"/>
                  </a:moveTo>
                  <a:lnTo>
                    <a:pt x="0" y="382638"/>
                  </a:lnTo>
                  <a:lnTo>
                    <a:pt x="0" y="473557"/>
                  </a:lnTo>
                  <a:lnTo>
                    <a:pt x="325805" y="473557"/>
                  </a:lnTo>
                  <a:lnTo>
                    <a:pt x="325805" y="382638"/>
                  </a:lnTo>
                  <a:close/>
                </a:path>
                <a:path w="716280" h="473709">
                  <a:moveTo>
                    <a:pt x="325805" y="189420"/>
                  </a:moveTo>
                  <a:lnTo>
                    <a:pt x="0" y="189420"/>
                  </a:lnTo>
                  <a:lnTo>
                    <a:pt x="0" y="280339"/>
                  </a:lnTo>
                  <a:lnTo>
                    <a:pt x="325805" y="280339"/>
                  </a:lnTo>
                  <a:lnTo>
                    <a:pt x="325805" y="189420"/>
                  </a:lnTo>
                  <a:close/>
                </a:path>
                <a:path w="716280" h="473709">
                  <a:moveTo>
                    <a:pt x="325805" y="0"/>
                  </a:moveTo>
                  <a:lnTo>
                    <a:pt x="0" y="0"/>
                  </a:lnTo>
                  <a:lnTo>
                    <a:pt x="0" y="90919"/>
                  </a:lnTo>
                  <a:lnTo>
                    <a:pt x="325805" y="90919"/>
                  </a:lnTo>
                  <a:lnTo>
                    <a:pt x="325805" y="0"/>
                  </a:lnTo>
                  <a:close/>
                </a:path>
                <a:path w="716280" h="473709">
                  <a:moveTo>
                    <a:pt x="716000" y="382638"/>
                  </a:moveTo>
                  <a:lnTo>
                    <a:pt x="390207" y="382638"/>
                  </a:lnTo>
                  <a:lnTo>
                    <a:pt x="390207" y="473557"/>
                  </a:lnTo>
                  <a:lnTo>
                    <a:pt x="716000" y="473557"/>
                  </a:lnTo>
                  <a:lnTo>
                    <a:pt x="716000" y="382638"/>
                  </a:lnTo>
                  <a:close/>
                </a:path>
                <a:path w="716280" h="473709">
                  <a:moveTo>
                    <a:pt x="716000" y="189420"/>
                  </a:moveTo>
                  <a:lnTo>
                    <a:pt x="390207" y="189420"/>
                  </a:lnTo>
                  <a:lnTo>
                    <a:pt x="390207" y="280339"/>
                  </a:lnTo>
                  <a:lnTo>
                    <a:pt x="716000" y="280339"/>
                  </a:lnTo>
                  <a:lnTo>
                    <a:pt x="716000" y="189420"/>
                  </a:lnTo>
                  <a:close/>
                </a:path>
                <a:path w="716280" h="473709">
                  <a:moveTo>
                    <a:pt x="716000" y="0"/>
                  </a:moveTo>
                  <a:lnTo>
                    <a:pt x="390207" y="0"/>
                  </a:lnTo>
                  <a:lnTo>
                    <a:pt x="390207" y="90919"/>
                  </a:lnTo>
                  <a:lnTo>
                    <a:pt x="716000" y="90919"/>
                  </a:lnTo>
                  <a:lnTo>
                    <a:pt x="71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6881177" y="7679028"/>
            <a:ext cx="335280" cy="361315"/>
          </a:xfrm>
          <a:custGeom>
            <a:avLst/>
            <a:gdLst/>
            <a:ahLst/>
            <a:cxnLst/>
            <a:rect l="l" t="t" r="r" b="b"/>
            <a:pathLst>
              <a:path w="335279" h="361315">
                <a:moveTo>
                  <a:pt x="335000" y="155181"/>
                </a:moveTo>
                <a:lnTo>
                  <a:pt x="192874" y="155181"/>
                </a:lnTo>
                <a:lnTo>
                  <a:pt x="192874" y="77597"/>
                </a:lnTo>
                <a:lnTo>
                  <a:pt x="192874" y="0"/>
                </a:lnTo>
                <a:lnTo>
                  <a:pt x="138658" y="0"/>
                </a:lnTo>
                <a:lnTo>
                  <a:pt x="138658" y="77597"/>
                </a:lnTo>
                <a:lnTo>
                  <a:pt x="138658" y="155181"/>
                </a:lnTo>
                <a:lnTo>
                  <a:pt x="0" y="155181"/>
                </a:lnTo>
                <a:lnTo>
                  <a:pt x="0" y="206070"/>
                </a:lnTo>
                <a:lnTo>
                  <a:pt x="138658" y="206070"/>
                </a:lnTo>
                <a:lnTo>
                  <a:pt x="138658" y="361264"/>
                </a:lnTo>
                <a:lnTo>
                  <a:pt x="192874" y="361264"/>
                </a:lnTo>
                <a:lnTo>
                  <a:pt x="192874" y="206070"/>
                </a:lnTo>
                <a:lnTo>
                  <a:pt x="335000" y="206070"/>
                </a:lnTo>
                <a:lnTo>
                  <a:pt x="335000" y="155181"/>
                </a:lnTo>
                <a:close/>
              </a:path>
            </a:pathLst>
          </a:custGeom>
          <a:solidFill>
            <a:srgbClr val="6F99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356769" y="7840573"/>
            <a:ext cx="501015" cy="527050"/>
          </a:xfrm>
          <a:custGeom>
            <a:avLst/>
            <a:gdLst/>
            <a:ahLst/>
            <a:cxnLst/>
            <a:rect l="l" t="t" r="r" b="b"/>
            <a:pathLst>
              <a:path w="501015" h="527050">
                <a:moveTo>
                  <a:pt x="500773" y="226428"/>
                </a:moveTo>
                <a:lnTo>
                  <a:pt x="287731" y="226428"/>
                </a:lnTo>
                <a:lnTo>
                  <a:pt x="287731" y="113220"/>
                </a:lnTo>
                <a:lnTo>
                  <a:pt x="287731" y="0"/>
                </a:lnTo>
                <a:lnTo>
                  <a:pt x="209892" y="0"/>
                </a:lnTo>
                <a:lnTo>
                  <a:pt x="209892" y="113220"/>
                </a:lnTo>
                <a:lnTo>
                  <a:pt x="209892" y="226428"/>
                </a:lnTo>
                <a:lnTo>
                  <a:pt x="0" y="226428"/>
                </a:lnTo>
                <a:lnTo>
                  <a:pt x="0" y="296392"/>
                </a:lnTo>
                <a:lnTo>
                  <a:pt x="209892" y="296392"/>
                </a:lnTo>
                <a:lnTo>
                  <a:pt x="209892" y="526643"/>
                </a:lnTo>
                <a:lnTo>
                  <a:pt x="287731" y="526643"/>
                </a:lnTo>
                <a:lnTo>
                  <a:pt x="287731" y="296392"/>
                </a:lnTo>
                <a:lnTo>
                  <a:pt x="500773" y="296392"/>
                </a:lnTo>
                <a:lnTo>
                  <a:pt x="500773" y="226428"/>
                </a:lnTo>
                <a:close/>
              </a:path>
            </a:pathLst>
          </a:custGeom>
          <a:solidFill>
            <a:srgbClr val="EB90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236345" y="7840573"/>
            <a:ext cx="501015" cy="527050"/>
          </a:xfrm>
          <a:custGeom>
            <a:avLst/>
            <a:gdLst/>
            <a:ahLst/>
            <a:cxnLst/>
            <a:rect l="l" t="t" r="r" b="b"/>
            <a:pathLst>
              <a:path w="501015" h="527050">
                <a:moveTo>
                  <a:pt x="500773" y="226428"/>
                </a:moveTo>
                <a:lnTo>
                  <a:pt x="290880" y="226428"/>
                </a:lnTo>
                <a:lnTo>
                  <a:pt x="290880" y="113220"/>
                </a:lnTo>
                <a:lnTo>
                  <a:pt x="290880" y="0"/>
                </a:lnTo>
                <a:lnTo>
                  <a:pt x="209892" y="0"/>
                </a:lnTo>
                <a:lnTo>
                  <a:pt x="209892" y="113220"/>
                </a:lnTo>
                <a:lnTo>
                  <a:pt x="209892" y="226428"/>
                </a:lnTo>
                <a:lnTo>
                  <a:pt x="0" y="226428"/>
                </a:lnTo>
                <a:lnTo>
                  <a:pt x="0" y="300215"/>
                </a:lnTo>
                <a:lnTo>
                  <a:pt x="209892" y="300215"/>
                </a:lnTo>
                <a:lnTo>
                  <a:pt x="209892" y="526643"/>
                </a:lnTo>
                <a:lnTo>
                  <a:pt x="290880" y="526643"/>
                </a:lnTo>
                <a:lnTo>
                  <a:pt x="290880" y="300215"/>
                </a:lnTo>
                <a:lnTo>
                  <a:pt x="500773" y="300215"/>
                </a:lnTo>
                <a:lnTo>
                  <a:pt x="500773" y="226428"/>
                </a:lnTo>
                <a:close/>
              </a:path>
            </a:pathLst>
          </a:custGeom>
          <a:solidFill>
            <a:srgbClr val="588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6766141" y="8212022"/>
            <a:ext cx="561975" cy="600710"/>
          </a:xfrm>
          <a:custGeom>
            <a:avLst/>
            <a:gdLst/>
            <a:ahLst/>
            <a:cxnLst/>
            <a:rect l="l" t="t" r="r" b="b"/>
            <a:pathLst>
              <a:path w="561975" h="600709">
                <a:moveTo>
                  <a:pt x="561606" y="253136"/>
                </a:moveTo>
                <a:lnTo>
                  <a:pt x="328079" y="253136"/>
                </a:lnTo>
                <a:lnTo>
                  <a:pt x="328079" y="125933"/>
                </a:lnTo>
                <a:lnTo>
                  <a:pt x="328079" y="0"/>
                </a:lnTo>
                <a:lnTo>
                  <a:pt x="233527" y="0"/>
                </a:lnTo>
                <a:lnTo>
                  <a:pt x="233527" y="125933"/>
                </a:lnTo>
                <a:lnTo>
                  <a:pt x="233527" y="253136"/>
                </a:lnTo>
                <a:lnTo>
                  <a:pt x="0" y="253136"/>
                </a:lnTo>
                <a:lnTo>
                  <a:pt x="0" y="347268"/>
                </a:lnTo>
                <a:lnTo>
                  <a:pt x="233527" y="347268"/>
                </a:lnTo>
                <a:lnTo>
                  <a:pt x="233527" y="600417"/>
                </a:lnTo>
                <a:lnTo>
                  <a:pt x="328079" y="600417"/>
                </a:lnTo>
                <a:lnTo>
                  <a:pt x="328079" y="347268"/>
                </a:lnTo>
                <a:lnTo>
                  <a:pt x="561606" y="347268"/>
                </a:lnTo>
                <a:lnTo>
                  <a:pt x="561606" y="253136"/>
                </a:lnTo>
                <a:close/>
              </a:path>
            </a:pathLst>
          </a:custGeom>
          <a:solidFill>
            <a:srgbClr val="E77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544244" y="8322690"/>
            <a:ext cx="355600" cy="381635"/>
          </a:xfrm>
          <a:custGeom>
            <a:avLst/>
            <a:gdLst/>
            <a:ahLst/>
            <a:cxnLst/>
            <a:rect l="l" t="t" r="r" b="b"/>
            <a:pathLst>
              <a:path w="355600" h="381634">
                <a:moveTo>
                  <a:pt x="355180" y="159004"/>
                </a:moveTo>
                <a:lnTo>
                  <a:pt x="213042" y="159004"/>
                </a:lnTo>
                <a:lnTo>
                  <a:pt x="213042" y="78867"/>
                </a:lnTo>
                <a:lnTo>
                  <a:pt x="213042" y="0"/>
                </a:lnTo>
                <a:lnTo>
                  <a:pt x="142138" y="0"/>
                </a:lnTo>
                <a:lnTo>
                  <a:pt x="142138" y="78867"/>
                </a:lnTo>
                <a:lnTo>
                  <a:pt x="142138" y="159004"/>
                </a:lnTo>
                <a:lnTo>
                  <a:pt x="0" y="159004"/>
                </a:lnTo>
                <a:lnTo>
                  <a:pt x="0" y="222618"/>
                </a:lnTo>
                <a:lnTo>
                  <a:pt x="142138" y="222618"/>
                </a:lnTo>
                <a:lnTo>
                  <a:pt x="142138" y="381622"/>
                </a:lnTo>
                <a:lnTo>
                  <a:pt x="213042" y="381622"/>
                </a:lnTo>
                <a:lnTo>
                  <a:pt x="213042" y="222618"/>
                </a:lnTo>
                <a:lnTo>
                  <a:pt x="355180" y="222618"/>
                </a:lnTo>
                <a:lnTo>
                  <a:pt x="355180" y="159004"/>
                </a:lnTo>
                <a:close/>
              </a:path>
            </a:pathLst>
          </a:custGeom>
          <a:solidFill>
            <a:srgbClr val="5B65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6194470" y="8333190"/>
            <a:ext cx="663575" cy="845819"/>
            <a:chOff x="6194470" y="8333190"/>
            <a:chExt cx="663575" cy="845819"/>
          </a:xfrm>
        </p:grpSpPr>
        <p:sp>
          <p:nvSpPr>
            <p:cNvPr id="21" name="object 21" descr=""/>
            <p:cNvSpPr/>
            <p:nvPr/>
          </p:nvSpPr>
          <p:spPr>
            <a:xfrm>
              <a:off x="6194470" y="8333190"/>
              <a:ext cx="335280" cy="357505"/>
            </a:xfrm>
            <a:custGeom>
              <a:avLst/>
              <a:gdLst/>
              <a:ahLst/>
              <a:cxnLst/>
              <a:rect l="l" t="t" r="r" b="b"/>
              <a:pathLst>
                <a:path w="335279" h="357504">
                  <a:moveTo>
                    <a:pt x="192871" y="357281"/>
                  </a:moveTo>
                  <a:lnTo>
                    <a:pt x="138665" y="357281"/>
                  </a:lnTo>
                  <a:lnTo>
                    <a:pt x="138665" y="205515"/>
                  </a:lnTo>
                  <a:lnTo>
                    <a:pt x="0" y="205515"/>
                  </a:lnTo>
                  <a:lnTo>
                    <a:pt x="0" y="151765"/>
                  </a:lnTo>
                  <a:lnTo>
                    <a:pt x="138665" y="151765"/>
                  </a:lnTo>
                  <a:lnTo>
                    <a:pt x="138665" y="75882"/>
                  </a:lnTo>
                  <a:lnTo>
                    <a:pt x="138665" y="0"/>
                  </a:lnTo>
                  <a:lnTo>
                    <a:pt x="192871" y="0"/>
                  </a:lnTo>
                  <a:lnTo>
                    <a:pt x="192871" y="151765"/>
                  </a:lnTo>
                  <a:lnTo>
                    <a:pt x="335004" y="151765"/>
                  </a:lnTo>
                  <a:lnTo>
                    <a:pt x="335004" y="200457"/>
                  </a:lnTo>
                  <a:lnTo>
                    <a:pt x="192871" y="205515"/>
                  </a:lnTo>
                  <a:lnTo>
                    <a:pt x="192871" y="357281"/>
                  </a:lnTo>
                  <a:close/>
                </a:path>
              </a:pathLst>
            </a:custGeom>
            <a:solidFill>
              <a:srgbClr val="6F99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56769" y="8653424"/>
              <a:ext cx="501015" cy="525780"/>
            </a:xfrm>
            <a:custGeom>
              <a:avLst/>
              <a:gdLst/>
              <a:ahLst/>
              <a:cxnLst/>
              <a:rect l="l" t="t" r="r" b="b"/>
              <a:pathLst>
                <a:path w="501015" h="525779">
                  <a:moveTo>
                    <a:pt x="500773" y="226428"/>
                  </a:moveTo>
                  <a:lnTo>
                    <a:pt x="290880" y="226428"/>
                  </a:lnTo>
                  <a:lnTo>
                    <a:pt x="290880" y="113220"/>
                  </a:lnTo>
                  <a:lnTo>
                    <a:pt x="290880" y="0"/>
                  </a:lnTo>
                  <a:lnTo>
                    <a:pt x="209892" y="0"/>
                  </a:lnTo>
                  <a:lnTo>
                    <a:pt x="209892" y="113220"/>
                  </a:lnTo>
                  <a:lnTo>
                    <a:pt x="209892" y="226428"/>
                  </a:lnTo>
                  <a:lnTo>
                    <a:pt x="0" y="226428"/>
                  </a:lnTo>
                  <a:lnTo>
                    <a:pt x="0" y="300215"/>
                  </a:lnTo>
                  <a:lnTo>
                    <a:pt x="209892" y="300215"/>
                  </a:lnTo>
                  <a:lnTo>
                    <a:pt x="209892" y="525373"/>
                  </a:lnTo>
                  <a:lnTo>
                    <a:pt x="290880" y="525373"/>
                  </a:lnTo>
                  <a:lnTo>
                    <a:pt x="290880" y="300215"/>
                  </a:lnTo>
                  <a:lnTo>
                    <a:pt x="500773" y="300215"/>
                  </a:lnTo>
                  <a:lnTo>
                    <a:pt x="500773" y="226428"/>
                  </a:lnTo>
                  <a:close/>
                </a:path>
              </a:pathLst>
            </a:custGeom>
            <a:solidFill>
              <a:srgbClr val="C720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7236345" y="8653423"/>
            <a:ext cx="501015" cy="525780"/>
          </a:xfrm>
          <a:custGeom>
            <a:avLst/>
            <a:gdLst/>
            <a:ahLst/>
            <a:cxnLst/>
            <a:rect l="l" t="t" r="r" b="b"/>
            <a:pathLst>
              <a:path w="501015" h="525779">
                <a:moveTo>
                  <a:pt x="500773" y="226428"/>
                </a:moveTo>
                <a:lnTo>
                  <a:pt x="290880" y="226428"/>
                </a:lnTo>
                <a:lnTo>
                  <a:pt x="290880" y="113220"/>
                </a:lnTo>
                <a:lnTo>
                  <a:pt x="290880" y="0"/>
                </a:lnTo>
                <a:lnTo>
                  <a:pt x="209892" y="0"/>
                </a:lnTo>
                <a:lnTo>
                  <a:pt x="209892" y="113220"/>
                </a:lnTo>
                <a:lnTo>
                  <a:pt x="209892" y="226428"/>
                </a:lnTo>
                <a:lnTo>
                  <a:pt x="0" y="226428"/>
                </a:lnTo>
                <a:lnTo>
                  <a:pt x="0" y="296392"/>
                </a:lnTo>
                <a:lnTo>
                  <a:pt x="209892" y="296392"/>
                </a:lnTo>
                <a:lnTo>
                  <a:pt x="209892" y="525373"/>
                </a:lnTo>
                <a:lnTo>
                  <a:pt x="290880" y="525373"/>
                </a:lnTo>
                <a:lnTo>
                  <a:pt x="290880" y="296392"/>
                </a:lnTo>
                <a:lnTo>
                  <a:pt x="500773" y="296392"/>
                </a:lnTo>
                <a:lnTo>
                  <a:pt x="500773" y="226428"/>
                </a:lnTo>
                <a:close/>
              </a:path>
            </a:pathLst>
          </a:custGeom>
          <a:solidFill>
            <a:srgbClr val="1F44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871093" y="8973984"/>
            <a:ext cx="355600" cy="380365"/>
          </a:xfrm>
          <a:custGeom>
            <a:avLst/>
            <a:gdLst/>
            <a:ahLst/>
            <a:cxnLst/>
            <a:rect l="l" t="t" r="r" b="b"/>
            <a:pathLst>
              <a:path w="355600" h="380365">
                <a:moveTo>
                  <a:pt x="355168" y="157746"/>
                </a:moveTo>
                <a:lnTo>
                  <a:pt x="213042" y="157746"/>
                </a:lnTo>
                <a:lnTo>
                  <a:pt x="213042" y="78879"/>
                </a:lnTo>
                <a:lnTo>
                  <a:pt x="213042" y="0"/>
                </a:lnTo>
                <a:lnTo>
                  <a:pt x="142125" y="0"/>
                </a:lnTo>
                <a:lnTo>
                  <a:pt x="142125" y="78879"/>
                </a:lnTo>
                <a:lnTo>
                  <a:pt x="142125" y="157746"/>
                </a:lnTo>
                <a:lnTo>
                  <a:pt x="0" y="157746"/>
                </a:lnTo>
                <a:lnTo>
                  <a:pt x="0" y="222618"/>
                </a:lnTo>
                <a:lnTo>
                  <a:pt x="142125" y="222618"/>
                </a:lnTo>
                <a:lnTo>
                  <a:pt x="142125" y="380352"/>
                </a:lnTo>
                <a:lnTo>
                  <a:pt x="213042" y="380352"/>
                </a:lnTo>
                <a:lnTo>
                  <a:pt x="213042" y="222618"/>
                </a:lnTo>
                <a:lnTo>
                  <a:pt x="355168" y="222618"/>
                </a:lnTo>
                <a:lnTo>
                  <a:pt x="355168" y="157746"/>
                </a:lnTo>
                <a:close/>
              </a:path>
            </a:pathLst>
          </a:custGeom>
          <a:solidFill>
            <a:srgbClr val="5B65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703662" y="8625178"/>
            <a:ext cx="1307465" cy="636905"/>
          </a:xfrm>
          <a:custGeom>
            <a:avLst/>
            <a:gdLst/>
            <a:ahLst/>
            <a:cxnLst/>
            <a:rect l="l" t="t" r="r" b="b"/>
            <a:pathLst>
              <a:path w="1307465" h="636904">
                <a:moveTo>
                  <a:pt x="104357" y="491053"/>
                </a:moveTo>
                <a:lnTo>
                  <a:pt x="0" y="491053"/>
                </a:lnTo>
                <a:lnTo>
                  <a:pt x="60" y="79160"/>
                </a:lnTo>
                <a:lnTo>
                  <a:pt x="3009" y="53450"/>
                </a:lnTo>
                <a:lnTo>
                  <a:pt x="3026" y="53304"/>
                </a:lnTo>
                <a:lnTo>
                  <a:pt x="27523" y="19586"/>
                </a:lnTo>
                <a:lnTo>
                  <a:pt x="103840" y="0"/>
                </a:lnTo>
                <a:lnTo>
                  <a:pt x="148522" y="5864"/>
                </a:lnTo>
                <a:lnTo>
                  <a:pt x="182668" y="26400"/>
                </a:lnTo>
                <a:lnTo>
                  <a:pt x="205714" y="60293"/>
                </a:lnTo>
                <a:lnTo>
                  <a:pt x="213883" y="79160"/>
                </a:lnTo>
                <a:lnTo>
                  <a:pt x="104357" y="79160"/>
                </a:lnTo>
                <a:lnTo>
                  <a:pt x="104357" y="491053"/>
                </a:lnTo>
                <a:close/>
              </a:path>
              <a:path w="1307465" h="636904">
                <a:moveTo>
                  <a:pt x="468114" y="414950"/>
                </a:moveTo>
                <a:lnTo>
                  <a:pt x="359273" y="414950"/>
                </a:lnTo>
                <a:lnTo>
                  <a:pt x="517812" y="60447"/>
                </a:lnTo>
                <a:lnTo>
                  <a:pt x="541276" y="26555"/>
                </a:lnTo>
                <a:lnTo>
                  <a:pt x="575375" y="6018"/>
                </a:lnTo>
                <a:lnTo>
                  <a:pt x="619826" y="154"/>
                </a:lnTo>
                <a:lnTo>
                  <a:pt x="674341" y="10279"/>
                </a:lnTo>
                <a:lnTo>
                  <a:pt x="711346" y="33768"/>
                </a:lnTo>
                <a:lnTo>
                  <a:pt x="723448" y="79160"/>
                </a:lnTo>
                <a:lnTo>
                  <a:pt x="619153" y="79160"/>
                </a:lnTo>
                <a:lnTo>
                  <a:pt x="468114" y="414950"/>
                </a:lnTo>
                <a:close/>
              </a:path>
              <a:path w="1307465" h="636904">
                <a:moveTo>
                  <a:pt x="362242" y="497224"/>
                </a:moveTo>
                <a:lnTo>
                  <a:pt x="302036" y="484032"/>
                </a:lnTo>
                <a:lnTo>
                  <a:pt x="265912" y="438364"/>
                </a:lnTo>
                <a:lnTo>
                  <a:pt x="104357" y="79160"/>
                </a:lnTo>
                <a:lnTo>
                  <a:pt x="213883" y="79160"/>
                </a:lnTo>
                <a:lnTo>
                  <a:pt x="359273" y="414950"/>
                </a:lnTo>
                <a:lnTo>
                  <a:pt x="468114" y="414950"/>
                </a:lnTo>
                <a:lnTo>
                  <a:pt x="457583" y="438364"/>
                </a:lnTo>
                <a:lnTo>
                  <a:pt x="441870" y="465829"/>
                </a:lnTo>
                <a:lnTo>
                  <a:pt x="422012" y="484032"/>
                </a:lnTo>
                <a:lnTo>
                  <a:pt x="396102" y="494116"/>
                </a:lnTo>
                <a:lnTo>
                  <a:pt x="396303" y="494116"/>
                </a:lnTo>
                <a:lnTo>
                  <a:pt x="362242" y="497224"/>
                </a:lnTo>
                <a:close/>
              </a:path>
              <a:path w="1307465" h="636904">
                <a:moveTo>
                  <a:pt x="723526" y="491208"/>
                </a:moveTo>
                <a:lnTo>
                  <a:pt x="619153" y="491208"/>
                </a:lnTo>
                <a:lnTo>
                  <a:pt x="619153" y="79160"/>
                </a:lnTo>
                <a:lnTo>
                  <a:pt x="723448" y="79160"/>
                </a:lnTo>
                <a:lnTo>
                  <a:pt x="723526" y="491208"/>
                </a:lnTo>
                <a:close/>
              </a:path>
              <a:path w="1307465" h="636904">
                <a:moveTo>
                  <a:pt x="1307146" y="424879"/>
                </a:moveTo>
                <a:lnTo>
                  <a:pt x="1202655" y="424879"/>
                </a:lnTo>
                <a:lnTo>
                  <a:pt x="1202655" y="154551"/>
                </a:lnTo>
                <a:lnTo>
                  <a:pt x="1307214" y="154551"/>
                </a:lnTo>
                <a:lnTo>
                  <a:pt x="1307146" y="424879"/>
                </a:lnTo>
                <a:close/>
              </a:path>
              <a:path w="1307465" h="636904">
                <a:moveTo>
                  <a:pt x="1142055" y="636903"/>
                </a:moveTo>
                <a:lnTo>
                  <a:pt x="812541" y="636903"/>
                </a:lnTo>
                <a:lnTo>
                  <a:pt x="812541" y="566677"/>
                </a:lnTo>
                <a:lnTo>
                  <a:pt x="1142643" y="566677"/>
                </a:lnTo>
                <a:lnTo>
                  <a:pt x="1180231" y="557176"/>
                </a:lnTo>
                <a:lnTo>
                  <a:pt x="1197447" y="542368"/>
                </a:lnTo>
                <a:lnTo>
                  <a:pt x="1202070" y="526785"/>
                </a:lnTo>
                <a:lnTo>
                  <a:pt x="1201882" y="514962"/>
                </a:lnTo>
                <a:lnTo>
                  <a:pt x="1201882" y="487589"/>
                </a:lnTo>
                <a:lnTo>
                  <a:pt x="980082" y="487589"/>
                </a:lnTo>
                <a:lnTo>
                  <a:pt x="922882" y="482037"/>
                </a:lnTo>
                <a:lnTo>
                  <a:pt x="875994" y="467688"/>
                </a:lnTo>
                <a:lnTo>
                  <a:pt x="840735" y="446338"/>
                </a:lnTo>
                <a:lnTo>
                  <a:pt x="810360" y="389804"/>
                </a:lnTo>
                <a:lnTo>
                  <a:pt x="810964" y="306029"/>
                </a:lnTo>
                <a:lnTo>
                  <a:pt x="811286" y="237714"/>
                </a:lnTo>
                <a:lnTo>
                  <a:pt x="811176" y="180431"/>
                </a:lnTo>
                <a:lnTo>
                  <a:pt x="810298" y="155665"/>
                </a:lnTo>
                <a:lnTo>
                  <a:pt x="914593" y="155665"/>
                </a:lnTo>
                <a:lnTo>
                  <a:pt x="914593" y="382706"/>
                </a:lnTo>
                <a:lnTo>
                  <a:pt x="915694" y="394378"/>
                </a:lnTo>
                <a:lnTo>
                  <a:pt x="923354" y="408089"/>
                </a:lnTo>
                <a:lnTo>
                  <a:pt x="941915" y="419653"/>
                </a:lnTo>
                <a:lnTo>
                  <a:pt x="975720" y="424879"/>
                </a:lnTo>
                <a:lnTo>
                  <a:pt x="1307146" y="424879"/>
                </a:lnTo>
                <a:lnTo>
                  <a:pt x="1307121" y="524720"/>
                </a:lnTo>
                <a:lnTo>
                  <a:pt x="1295190" y="571147"/>
                </a:lnTo>
                <a:lnTo>
                  <a:pt x="1264313" y="603038"/>
                </a:lnTo>
                <a:lnTo>
                  <a:pt x="1222894" y="622933"/>
                </a:lnTo>
                <a:lnTo>
                  <a:pt x="1179340" y="633375"/>
                </a:lnTo>
                <a:lnTo>
                  <a:pt x="1142055" y="636903"/>
                </a:lnTo>
                <a:close/>
              </a:path>
            </a:pathLst>
          </a:custGeom>
          <a:solidFill>
            <a:srgbClr val="0061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1091291" y="7626739"/>
            <a:ext cx="1780539" cy="1561465"/>
            <a:chOff x="11091291" y="7626739"/>
            <a:chExt cx="1780539" cy="1561465"/>
          </a:xfrm>
        </p:grpSpPr>
        <p:sp>
          <p:nvSpPr>
            <p:cNvPr id="27" name="object 27" descr=""/>
            <p:cNvSpPr/>
            <p:nvPr/>
          </p:nvSpPr>
          <p:spPr>
            <a:xfrm>
              <a:off x="11091291" y="8634484"/>
              <a:ext cx="1577340" cy="553720"/>
            </a:xfrm>
            <a:custGeom>
              <a:avLst/>
              <a:gdLst/>
              <a:ahLst/>
              <a:cxnLst/>
              <a:rect l="l" t="t" r="r" b="b"/>
              <a:pathLst>
                <a:path w="1577340" h="553720">
                  <a:moveTo>
                    <a:pt x="300064" y="481748"/>
                  </a:moveTo>
                  <a:lnTo>
                    <a:pt x="31" y="481748"/>
                  </a:lnTo>
                  <a:lnTo>
                    <a:pt x="0" y="412016"/>
                  </a:lnTo>
                  <a:lnTo>
                    <a:pt x="292006" y="412016"/>
                  </a:lnTo>
                  <a:lnTo>
                    <a:pt x="295006" y="411351"/>
                  </a:lnTo>
                  <a:lnTo>
                    <a:pt x="299028" y="411351"/>
                  </a:lnTo>
                  <a:lnTo>
                    <a:pt x="313127" y="409614"/>
                  </a:lnTo>
                  <a:lnTo>
                    <a:pt x="349773" y="390418"/>
                  </a:lnTo>
                  <a:lnTo>
                    <a:pt x="358237" y="371885"/>
                  </a:lnTo>
                  <a:lnTo>
                    <a:pt x="358237" y="304519"/>
                  </a:lnTo>
                  <a:lnTo>
                    <a:pt x="330249" y="278587"/>
                  </a:lnTo>
                  <a:lnTo>
                    <a:pt x="292996" y="271734"/>
                  </a:lnTo>
                  <a:lnTo>
                    <a:pt x="289491" y="270939"/>
                  </a:lnTo>
                  <a:lnTo>
                    <a:pt x="166056" y="270939"/>
                  </a:lnTo>
                  <a:lnTo>
                    <a:pt x="158535" y="270638"/>
                  </a:lnTo>
                  <a:lnTo>
                    <a:pt x="83547" y="257312"/>
                  </a:lnTo>
                  <a:lnTo>
                    <a:pt x="38753" y="235618"/>
                  </a:lnTo>
                  <a:lnTo>
                    <a:pt x="10698" y="206897"/>
                  </a:lnTo>
                  <a:lnTo>
                    <a:pt x="990" y="173408"/>
                  </a:lnTo>
                  <a:lnTo>
                    <a:pt x="990" y="112538"/>
                  </a:lnTo>
                  <a:lnTo>
                    <a:pt x="22327" y="47827"/>
                  </a:lnTo>
                  <a:lnTo>
                    <a:pt x="90390" y="8691"/>
                  </a:lnTo>
                  <a:lnTo>
                    <a:pt x="146557" y="512"/>
                  </a:lnTo>
                  <a:lnTo>
                    <a:pt x="174687" y="0"/>
                  </a:lnTo>
                  <a:lnTo>
                    <a:pt x="467698" y="0"/>
                  </a:lnTo>
                  <a:lnTo>
                    <a:pt x="467698" y="69545"/>
                  </a:lnTo>
                  <a:lnTo>
                    <a:pt x="166644" y="69545"/>
                  </a:lnTo>
                  <a:lnTo>
                    <a:pt x="162638" y="70226"/>
                  </a:lnTo>
                  <a:lnTo>
                    <a:pt x="159622" y="70226"/>
                  </a:lnTo>
                  <a:lnTo>
                    <a:pt x="136357" y="73523"/>
                  </a:lnTo>
                  <a:lnTo>
                    <a:pt x="120992" y="78975"/>
                  </a:lnTo>
                  <a:lnTo>
                    <a:pt x="111648" y="87785"/>
                  </a:lnTo>
                  <a:lnTo>
                    <a:pt x="106445" y="101156"/>
                  </a:lnTo>
                  <a:lnTo>
                    <a:pt x="105440" y="104496"/>
                  </a:lnTo>
                  <a:lnTo>
                    <a:pt x="105440" y="163371"/>
                  </a:lnTo>
                  <a:lnTo>
                    <a:pt x="126135" y="197642"/>
                  </a:lnTo>
                  <a:lnTo>
                    <a:pt x="173666" y="207508"/>
                  </a:lnTo>
                  <a:lnTo>
                    <a:pt x="300111" y="207508"/>
                  </a:lnTo>
                  <a:lnTo>
                    <a:pt x="323518" y="208499"/>
                  </a:lnTo>
                  <a:lnTo>
                    <a:pt x="368830" y="216251"/>
                  </a:lnTo>
                  <a:lnTo>
                    <a:pt x="421756" y="238582"/>
                  </a:lnTo>
                  <a:lnTo>
                    <a:pt x="458973" y="277730"/>
                  </a:lnTo>
                  <a:lnTo>
                    <a:pt x="463661" y="299818"/>
                  </a:lnTo>
                  <a:lnTo>
                    <a:pt x="463661" y="376061"/>
                  </a:lnTo>
                  <a:lnTo>
                    <a:pt x="446980" y="424893"/>
                  </a:lnTo>
                  <a:lnTo>
                    <a:pt x="396425" y="461675"/>
                  </a:lnTo>
                  <a:lnTo>
                    <a:pt x="351243" y="476484"/>
                  </a:lnTo>
                  <a:lnTo>
                    <a:pt x="326120" y="480401"/>
                  </a:lnTo>
                  <a:lnTo>
                    <a:pt x="300064" y="481748"/>
                  </a:lnTo>
                  <a:close/>
                </a:path>
                <a:path w="1577340" h="553720">
                  <a:moveTo>
                    <a:pt x="1577257" y="481748"/>
                  </a:moveTo>
                  <a:lnTo>
                    <a:pt x="1305312" y="481748"/>
                  </a:lnTo>
                  <a:lnTo>
                    <a:pt x="1297779" y="481602"/>
                  </a:lnTo>
                  <a:lnTo>
                    <a:pt x="1217284" y="471755"/>
                  </a:lnTo>
                  <a:lnTo>
                    <a:pt x="1172313" y="455419"/>
                  </a:lnTo>
                  <a:lnTo>
                    <a:pt x="1140252" y="431441"/>
                  </a:lnTo>
                  <a:lnTo>
                    <a:pt x="1114647" y="360657"/>
                  </a:lnTo>
                  <a:lnTo>
                    <a:pt x="1114647" y="139"/>
                  </a:lnTo>
                  <a:lnTo>
                    <a:pt x="1219004" y="139"/>
                  </a:lnTo>
                  <a:lnTo>
                    <a:pt x="1219130" y="360657"/>
                  </a:lnTo>
                  <a:lnTo>
                    <a:pt x="1223569" y="383682"/>
                  </a:lnTo>
                  <a:lnTo>
                    <a:pt x="1238165" y="399853"/>
                  </a:lnTo>
                  <a:lnTo>
                    <a:pt x="1264309" y="409207"/>
                  </a:lnTo>
                  <a:lnTo>
                    <a:pt x="1303301" y="412187"/>
                  </a:lnTo>
                  <a:lnTo>
                    <a:pt x="1577257" y="412187"/>
                  </a:lnTo>
                  <a:lnTo>
                    <a:pt x="1577257" y="481748"/>
                  </a:lnTo>
                  <a:close/>
                </a:path>
                <a:path w="1577340" h="553720">
                  <a:moveTo>
                    <a:pt x="801729" y="483635"/>
                  </a:moveTo>
                  <a:lnTo>
                    <a:pt x="690118" y="483635"/>
                  </a:lnTo>
                  <a:lnTo>
                    <a:pt x="675586" y="483120"/>
                  </a:lnTo>
                  <a:lnTo>
                    <a:pt x="628774" y="474913"/>
                  </a:lnTo>
                  <a:lnTo>
                    <a:pt x="585321" y="458105"/>
                  </a:lnTo>
                  <a:lnTo>
                    <a:pt x="554570" y="434445"/>
                  </a:lnTo>
                  <a:lnTo>
                    <a:pt x="530327" y="364818"/>
                  </a:lnTo>
                  <a:lnTo>
                    <a:pt x="530259" y="116188"/>
                  </a:lnTo>
                  <a:lnTo>
                    <a:pt x="538516" y="73737"/>
                  </a:lnTo>
                  <a:lnTo>
                    <a:pt x="563296" y="40578"/>
                  </a:lnTo>
                  <a:lnTo>
                    <a:pt x="604472" y="16973"/>
                  </a:lnTo>
                  <a:lnTo>
                    <a:pt x="661951" y="3046"/>
                  </a:lnTo>
                  <a:lnTo>
                    <a:pt x="690117" y="1036"/>
                  </a:lnTo>
                  <a:lnTo>
                    <a:pt x="888206" y="1036"/>
                  </a:lnTo>
                  <a:lnTo>
                    <a:pt x="974866" y="16973"/>
                  </a:lnTo>
                  <a:lnTo>
                    <a:pt x="1016043" y="40578"/>
                  </a:lnTo>
                  <a:lnTo>
                    <a:pt x="1038599" y="70767"/>
                  </a:lnTo>
                  <a:lnTo>
                    <a:pt x="719412" y="70767"/>
                  </a:lnTo>
                  <a:lnTo>
                    <a:pt x="687898" y="74401"/>
                  </a:lnTo>
                  <a:lnTo>
                    <a:pt x="663807" y="84757"/>
                  </a:lnTo>
                  <a:lnTo>
                    <a:pt x="648417" y="101020"/>
                  </a:lnTo>
                  <a:lnTo>
                    <a:pt x="643004" y="122374"/>
                  </a:lnTo>
                  <a:lnTo>
                    <a:pt x="642880" y="361477"/>
                  </a:lnTo>
                  <a:lnTo>
                    <a:pt x="643886" y="364818"/>
                  </a:lnTo>
                  <a:lnTo>
                    <a:pt x="644891" y="368854"/>
                  </a:lnTo>
                  <a:lnTo>
                    <a:pt x="653327" y="388032"/>
                  </a:lnTo>
                  <a:lnTo>
                    <a:pt x="668933" y="402119"/>
                  </a:lnTo>
                  <a:lnTo>
                    <a:pt x="691079" y="410801"/>
                  </a:lnTo>
                  <a:lnTo>
                    <a:pt x="719134" y="413764"/>
                  </a:lnTo>
                  <a:lnTo>
                    <a:pt x="1039003" y="413764"/>
                  </a:lnTo>
                  <a:lnTo>
                    <a:pt x="1034287" y="424938"/>
                  </a:lnTo>
                  <a:lnTo>
                    <a:pt x="1014970" y="445226"/>
                  </a:lnTo>
                  <a:lnTo>
                    <a:pt x="986996" y="460608"/>
                  </a:lnTo>
                  <a:lnTo>
                    <a:pt x="1006630" y="478330"/>
                  </a:lnTo>
                  <a:lnTo>
                    <a:pt x="885453" y="478330"/>
                  </a:lnTo>
                  <a:lnTo>
                    <a:pt x="801729" y="483635"/>
                  </a:lnTo>
                  <a:close/>
                </a:path>
                <a:path w="1577340" h="553720">
                  <a:moveTo>
                    <a:pt x="1043246" y="403712"/>
                  </a:moveTo>
                  <a:lnTo>
                    <a:pt x="923827" y="403712"/>
                  </a:lnTo>
                  <a:lnTo>
                    <a:pt x="933406" y="397390"/>
                  </a:lnTo>
                  <a:lnTo>
                    <a:pt x="941064" y="389652"/>
                  </a:lnTo>
                  <a:lnTo>
                    <a:pt x="946677" y="380566"/>
                  </a:lnTo>
                  <a:lnTo>
                    <a:pt x="950122" y="370199"/>
                  </a:lnTo>
                  <a:lnTo>
                    <a:pt x="951127" y="366859"/>
                  </a:lnTo>
                  <a:lnTo>
                    <a:pt x="951127" y="116188"/>
                  </a:lnTo>
                  <a:lnTo>
                    <a:pt x="926178" y="81826"/>
                  </a:lnTo>
                  <a:lnTo>
                    <a:pt x="876714" y="70767"/>
                  </a:lnTo>
                  <a:lnTo>
                    <a:pt x="1038599" y="70767"/>
                  </a:lnTo>
                  <a:lnTo>
                    <a:pt x="1040712" y="73595"/>
                  </a:lnTo>
                  <a:lnTo>
                    <a:pt x="1040818" y="73737"/>
                  </a:lnTo>
                  <a:lnTo>
                    <a:pt x="1049070" y="116188"/>
                  </a:lnTo>
                  <a:lnTo>
                    <a:pt x="1049043" y="364818"/>
                  </a:lnTo>
                  <a:lnTo>
                    <a:pt x="1045592" y="397390"/>
                  </a:lnTo>
                  <a:lnTo>
                    <a:pt x="1045484" y="398410"/>
                  </a:lnTo>
                  <a:lnTo>
                    <a:pt x="1043246" y="403712"/>
                  </a:lnTo>
                  <a:close/>
                </a:path>
                <a:path w="1577340" h="553720">
                  <a:moveTo>
                    <a:pt x="1039003" y="413764"/>
                  </a:moveTo>
                  <a:lnTo>
                    <a:pt x="813948" y="413764"/>
                  </a:lnTo>
                  <a:lnTo>
                    <a:pt x="726868" y="335156"/>
                  </a:lnTo>
                  <a:lnTo>
                    <a:pt x="848038" y="335156"/>
                  </a:lnTo>
                  <a:lnTo>
                    <a:pt x="923827" y="403712"/>
                  </a:lnTo>
                  <a:lnTo>
                    <a:pt x="1043246" y="403712"/>
                  </a:lnTo>
                  <a:lnTo>
                    <a:pt x="1039003" y="413764"/>
                  </a:lnTo>
                  <a:close/>
                </a:path>
                <a:path w="1577340" h="553720">
                  <a:moveTo>
                    <a:pt x="1089791" y="553397"/>
                  </a:moveTo>
                  <a:lnTo>
                    <a:pt x="968621" y="553397"/>
                  </a:lnTo>
                  <a:lnTo>
                    <a:pt x="885453" y="478330"/>
                  </a:lnTo>
                  <a:lnTo>
                    <a:pt x="1006630" y="478330"/>
                  </a:lnTo>
                  <a:lnTo>
                    <a:pt x="1089791" y="553397"/>
                  </a:lnTo>
                  <a:close/>
                </a:path>
              </a:pathLst>
            </a:custGeom>
            <a:solidFill>
              <a:srgbClr val="E38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678579" y="7626739"/>
              <a:ext cx="1174750" cy="1153160"/>
            </a:xfrm>
            <a:custGeom>
              <a:avLst/>
              <a:gdLst/>
              <a:ahLst/>
              <a:cxnLst/>
              <a:rect l="l" t="t" r="r" b="b"/>
              <a:pathLst>
                <a:path w="1174750" h="1153159">
                  <a:moveTo>
                    <a:pt x="259555" y="834390"/>
                  </a:moveTo>
                  <a:lnTo>
                    <a:pt x="217040" y="802640"/>
                  </a:lnTo>
                  <a:lnTo>
                    <a:pt x="186221" y="748030"/>
                  </a:lnTo>
                  <a:lnTo>
                    <a:pt x="173444" y="704850"/>
                  </a:lnTo>
                  <a:lnTo>
                    <a:pt x="166260" y="659130"/>
                  </a:lnTo>
                  <a:lnTo>
                    <a:pt x="165014" y="614680"/>
                  </a:lnTo>
                  <a:lnTo>
                    <a:pt x="164907" y="610870"/>
                  </a:lnTo>
                  <a:lnTo>
                    <a:pt x="169623" y="562610"/>
                  </a:lnTo>
                  <a:lnTo>
                    <a:pt x="180644" y="515620"/>
                  </a:lnTo>
                  <a:lnTo>
                    <a:pt x="184588" y="500380"/>
                  </a:lnTo>
                  <a:lnTo>
                    <a:pt x="187925" y="483870"/>
                  </a:lnTo>
                  <a:lnTo>
                    <a:pt x="192185" y="468630"/>
                  </a:lnTo>
                  <a:lnTo>
                    <a:pt x="198896" y="455930"/>
                  </a:lnTo>
                  <a:lnTo>
                    <a:pt x="195944" y="447040"/>
                  </a:lnTo>
                  <a:lnTo>
                    <a:pt x="190710" y="440690"/>
                  </a:lnTo>
                  <a:lnTo>
                    <a:pt x="184553" y="434340"/>
                  </a:lnTo>
                  <a:lnTo>
                    <a:pt x="178835" y="427990"/>
                  </a:lnTo>
                  <a:lnTo>
                    <a:pt x="156320" y="392430"/>
                  </a:lnTo>
                  <a:lnTo>
                    <a:pt x="137721" y="353060"/>
                  </a:lnTo>
                  <a:lnTo>
                    <a:pt x="117435" y="298450"/>
                  </a:lnTo>
                  <a:lnTo>
                    <a:pt x="107701" y="271780"/>
                  </a:lnTo>
                  <a:lnTo>
                    <a:pt x="104319" y="260350"/>
                  </a:lnTo>
                  <a:lnTo>
                    <a:pt x="101655" y="250190"/>
                  </a:lnTo>
                  <a:lnTo>
                    <a:pt x="98820" y="240030"/>
                  </a:lnTo>
                  <a:lnTo>
                    <a:pt x="76302" y="199390"/>
                  </a:lnTo>
                  <a:lnTo>
                    <a:pt x="35756" y="146050"/>
                  </a:lnTo>
                  <a:lnTo>
                    <a:pt x="14081" y="114300"/>
                  </a:lnTo>
                  <a:lnTo>
                    <a:pt x="0" y="78740"/>
                  </a:lnTo>
                  <a:lnTo>
                    <a:pt x="3730" y="40640"/>
                  </a:lnTo>
                  <a:lnTo>
                    <a:pt x="32838" y="6350"/>
                  </a:lnTo>
                  <a:lnTo>
                    <a:pt x="74534" y="0"/>
                  </a:lnTo>
                  <a:lnTo>
                    <a:pt x="121375" y="10160"/>
                  </a:lnTo>
                  <a:lnTo>
                    <a:pt x="165918" y="29210"/>
                  </a:lnTo>
                  <a:lnTo>
                    <a:pt x="185495" y="40640"/>
                  </a:lnTo>
                  <a:lnTo>
                    <a:pt x="60238" y="40640"/>
                  </a:lnTo>
                  <a:lnTo>
                    <a:pt x="49344" y="44450"/>
                  </a:lnTo>
                  <a:lnTo>
                    <a:pt x="46608" y="44450"/>
                  </a:lnTo>
                  <a:lnTo>
                    <a:pt x="44250" y="45720"/>
                  </a:lnTo>
                  <a:lnTo>
                    <a:pt x="40288" y="49530"/>
                  </a:lnTo>
                  <a:lnTo>
                    <a:pt x="38996" y="52070"/>
                  </a:lnTo>
                  <a:lnTo>
                    <a:pt x="38393" y="54610"/>
                  </a:lnTo>
                  <a:lnTo>
                    <a:pt x="35766" y="62230"/>
                  </a:lnTo>
                  <a:lnTo>
                    <a:pt x="51695" y="105410"/>
                  </a:lnTo>
                  <a:lnTo>
                    <a:pt x="74241" y="134620"/>
                  </a:lnTo>
                  <a:lnTo>
                    <a:pt x="96469" y="163830"/>
                  </a:lnTo>
                  <a:lnTo>
                    <a:pt x="107315" y="180340"/>
                  </a:lnTo>
                  <a:lnTo>
                    <a:pt x="117441" y="195580"/>
                  </a:lnTo>
                  <a:lnTo>
                    <a:pt x="125937" y="212090"/>
                  </a:lnTo>
                  <a:lnTo>
                    <a:pt x="139562" y="246380"/>
                  </a:lnTo>
                  <a:lnTo>
                    <a:pt x="150944" y="280670"/>
                  </a:lnTo>
                  <a:lnTo>
                    <a:pt x="162135" y="316230"/>
                  </a:lnTo>
                  <a:lnTo>
                    <a:pt x="175185" y="350520"/>
                  </a:lnTo>
                  <a:lnTo>
                    <a:pt x="196299" y="389890"/>
                  </a:lnTo>
                  <a:lnTo>
                    <a:pt x="220473" y="417830"/>
                  </a:lnTo>
                  <a:lnTo>
                    <a:pt x="228228" y="426720"/>
                  </a:lnTo>
                  <a:lnTo>
                    <a:pt x="233558" y="438150"/>
                  </a:lnTo>
                  <a:lnTo>
                    <a:pt x="235381" y="455930"/>
                  </a:lnTo>
                  <a:lnTo>
                    <a:pt x="229288" y="480060"/>
                  </a:lnTo>
                  <a:lnTo>
                    <a:pt x="220314" y="505460"/>
                  </a:lnTo>
                  <a:lnTo>
                    <a:pt x="213497" y="523240"/>
                  </a:lnTo>
                  <a:lnTo>
                    <a:pt x="202418" y="576580"/>
                  </a:lnTo>
                  <a:lnTo>
                    <a:pt x="200315" y="633730"/>
                  </a:lnTo>
                  <a:lnTo>
                    <a:pt x="206628" y="688340"/>
                  </a:lnTo>
                  <a:lnTo>
                    <a:pt x="220798" y="736600"/>
                  </a:lnTo>
                  <a:lnTo>
                    <a:pt x="248343" y="783590"/>
                  </a:lnTo>
                  <a:lnTo>
                    <a:pt x="264570" y="791210"/>
                  </a:lnTo>
                  <a:lnTo>
                    <a:pt x="317010" y="791210"/>
                  </a:lnTo>
                  <a:lnTo>
                    <a:pt x="307983" y="815340"/>
                  </a:lnTo>
                  <a:lnTo>
                    <a:pt x="288266" y="831850"/>
                  </a:lnTo>
                  <a:lnTo>
                    <a:pt x="259555" y="834390"/>
                  </a:lnTo>
                  <a:close/>
                </a:path>
                <a:path w="1174750" h="1153159">
                  <a:moveTo>
                    <a:pt x="1081767" y="892810"/>
                  </a:moveTo>
                  <a:lnTo>
                    <a:pt x="1074202" y="880110"/>
                  </a:lnTo>
                  <a:lnTo>
                    <a:pt x="1058518" y="867410"/>
                  </a:lnTo>
                  <a:lnTo>
                    <a:pt x="1027044" y="847090"/>
                  </a:lnTo>
                  <a:lnTo>
                    <a:pt x="1007454" y="833120"/>
                  </a:lnTo>
                  <a:lnTo>
                    <a:pt x="967316" y="805180"/>
                  </a:lnTo>
                  <a:lnTo>
                    <a:pt x="934264" y="786130"/>
                  </a:lnTo>
                  <a:lnTo>
                    <a:pt x="905003" y="774700"/>
                  </a:lnTo>
                  <a:lnTo>
                    <a:pt x="892046" y="769620"/>
                  </a:lnTo>
                  <a:lnTo>
                    <a:pt x="847494" y="755650"/>
                  </a:lnTo>
                  <a:lnTo>
                    <a:pt x="809961" y="735330"/>
                  </a:lnTo>
                  <a:lnTo>
                    <a:pt x="779100" y="684530"/>
                  </a:lnTo>
                  <a:lnTo>
                    <a:pt x="753413" y="627380"/>
                  </a:lnTo>
                  <a:lnTo>
                    <a:pt x="740166" y="599440"/>
                  </a:lnTo>
                  <a:lnTo>
                    <a:pt x="711980" y="539750"/>
                  </a:lnTo>
                  <a:lnTo>
                    <a:pt x="693084" y="496570"/>
                  </a:lnTo>
                  <a:lnTo>
                    <a:pt x="683044" y="469900"/>
                  </a:lnTo>
                  <a:lnTo>
                    <a:pt x="676804" y="455930"/>
                  </a:lnTo>
                  <a:lnTo>
                    <a:pt x="649962" y="408940"/>
                  </a:lnTo>
                  <a:lnTo>
                    <a:pt x="619936" y="364490"/>
                  </a:lnTo>
                  <a:lnTo>
                    <a:pt x="586864" y="322580"/>
                  </a:lnTo>
                  <a:lnTo>
                    <a:pt x="550885" y="283210"/>
                  </a:lnTo>
                  <a:lnTo>
                    <a:pt x="512138" y="246380"/>
                  </a:lnTo>
                  <a:lnTo>
                    <a:pt x="470764" y="213360"/>
                  </a:lnTo>
                  <a:lnTo>
                    <a:pt x="426899" y="182880"/>
                  </a:lnTo>
                  <a:lnTo>
                    <a:pt x="372397" y="152400"/>
                  </a:lnTo>
                  <a:lnTo>
                    <a:pt x="311978" y="128270"/>
                  </a:lnTo>
                  <a:lnTo>
                    <a:pt x="253272" y="121920"/>
                  </a:lnTo>
                  <a:lnTo>
                    <a:pt x="233559" y="119380"/>
                  </a:lnTo>
                  <a:lnTo>
                    <a:pt x="217163" y="119380"/>
                  </a:lnTo>
                  <a:lnTo>
                    <a:pt x="206792" y="114300"/>
                  </a:lnTo>
                  <a:lnTo>
                    <a:pt x="197093" y="106680"/>
                  </a:lnTo>
                  <a:lnTo>
                    <a:pt x="187854" y="99060"/>
                  </a:lnTo>
                  <a:lnTo>
                    <a:pt x="178866" y="91440"/>
                  </a:lnTo>
                  <a:lnTo>
                    <a:pt x="160266" y="80010"/>
                  </a:lnTo>
                  <a:lnTo>
                    <a:pt x="141312" y="69850"/>
                  </a:lnTo>
                  <a:lnTo>
                    <a:pt x="121523" y="60960"/>
                  </a:lnTo>
                  <a:lnTo>
                    <a:pt x="100417" y="50800"/>
                  </a:lnTo>
                  <a:lnTo>
                    <a:pt x="89278" y="46990"/>
                  </a:lnTo>
                  <a:lnTo>
                    <a:pt x="74718" y="43180"/>
                  </a:lnTo>
                  <a:lnTo>
                    <a:pt x="60238" y="40640"/>
                  </a:lnTo>
                  <a:lnTo>
                    <a:pt x="185495" y="40640"/>
                  </a:lnTo>
                  <a:lnTo>
                    <a:pt x="200721" y="49530"/>
                  </a:lnTo>
                  <a:lnTo>
                    <a:pt x="209557" y="55880"/>
                  </a:lnTo>
                  <a:lnTo>
                    <a:pt x="218694" y="63500"/>
                  </a:lnTo>
                  <a:lnTo>
                    <a:pt x="227970" y="71120"/>
                  </a:lnTo>
                  <a:lnTo>
                    <a:pt x="237224" y="76200"/>
                  </a:lnTo>
                  <a:lnTo>
                    <a:pt x="297422" y="80010"/>
                  </a:lnTo>
                  <a:lnTo>
                    <a:pt x="325030" y="86360"/>
                  </a:lnTo>
                  <a:lnTo>
                    <a:pt x="376482" y="101600"/>
                  </a:lnTo>
                  <a:lnTo>
                    <a:pt x="443860" y="139700"/>
                  </a:lnTo>
                  <a:lnTo>
                    <a:pt x="484864" y="167640"/>
                  </a:lnTo>
                  <a:lnTo>
                    <a:pt x="522944" y="196850"/>
                  </a:lnTo>
                  <a:lnTo>
                    <a:pt x="558452" y="226060"/>
                  </a:lnTo>
                  <a:lnTo>
                    <a:pt x="591738" y="257810"/>
                  </a:lnTo>
                  <a:lnTo>
                    <a:pt x="623153" y="292100"/>
                  </a:lnTo>
                  <a:lnTo>
                    <a:pt x="653046" y="328930"/>
                  </a:lnTo>
                  <a:lnTo>
                    <a:pt x="681768" y="368300"/>
                  </a:lnTo>
                  <a:lnTo>
                    <a:pt x="709671" y="412750"/>
                  </a:lnTo>
                  <a:lnTo>
                    <a:pt x="731002" y="457200"/>
                  </a:lnTo>
                  <a:lnTo>
                    <a:pt x="740107" y="480060"/>
                  </a:lnTo>
                  <a:lnTo>
                    <a:pt x="749793" y="502920"/>
                  </a:lnTo>
                  <a:lnTo>
                    <a:pt x="765396" y="538480"/>
                  </a:lnTo>
                  <a:lnTo>
                    <a:pt x="781655" y="574040"/>
                  </a:lnTo>
                  <a:lnTo>
                    <a:pt x="798401" y="608330"/>
                  </a:lnTo>
                  <a:lnTo>
                    <a:pt x="815467" y="642620"/>
                  </a:lnTo>
                  <a:lnTo>
                    <a:pt x="823216" y="657860"/>
                  </a:lnTo>
                  <a:lnTo>
                    <a:pt x="830665" y="674370"/>
                  </a:lnTo>
                  <a:lnTo>
                    <a:pt x="854382" y="708660"/>
                  </a:lnTo>
                  <a:lnTo>
                    <a:pt x="871466" y="715010"/>
                  </a:lnTo>
                  <a:lnTo>
                    <a:pt x="879300" y="718820"/>
                  </a:lnTo>
                  <a:lnTo>
                    <a:pt x="943154" y="748030"/>
                  </a:lnTo>
                  <a:lnTo>
                    <a:pt x="997346" y="781050"/>
                  </a:lnTo>
                  <a:lnTo>
                    <a:pt x="1030765" y="805180"/>
                  </a:lnTo>
                  <a:lnTo>
                    <a:pt x="1063235" y="830580"/>
                  </a:lnTo>
                  <a:lnTo>
                    <a:pt x="1094527" y="857250"/>
                  </a:lnTo>
                  <a:lnTo>
                    <a:pt x="1123598" y="891540"/>
                  </a:lnTo>
                  <a:lnTo>
                    <a:pt x="1081721" y="891540"/>
                  </a:lnTo>
                  <a:lnTo>
                    <a:pt x="1081767" y="892810"/>
                  </a:lnTo>
                  <a:close/>
                </a:path>
                <a:path w="1174750" h="1153159">
                  <a:moveTo>
                    <a:pt x="317010" y="791210"/>
                  </a:moveTo>
                  <a:lnTo>
                    <a:pt x="265019" y="791210"/>
                  </a:lnTo>
                  <a:lnTo>
                    <a:pt x="268220" y="789940"/>
                  </a:lnTo>
                  <a:lnTo>
                    <a:pt x="271864" y="756920"/>
                  </a:lnTo>
                  <a:lnTo>
                    <a:pt x="281286" y="697230"/>
                  </a:lnTo>
                  <a:lnTo>
                    <a:pt x="298283" y="654050"/>
                  </a:lnTo>
                  <a:lnTo>
                    <a:pt x="308259" y="641350"/>
                  </a:lnTo>
                  <a:lnTo>
                    <a:pt x="318737" y="627380"/>
                  </a:lnTo>
                  <a:lnTo>
                    <a:pt x="328419" y="614680"/>
                  </a:lnTo>
                  <a:lnTo>
                    <a:pt x="333484" y="619760"/>
                  </a:lnTo>
                  <a:lnTo>
                    <a:pt x="336493" y="627380"/>
                  </a:lnTo>
                  <a:lnTo>
                    <a:pt x="338655" y="636270"/>
                  </a:lnTo>
                  <a:lnTo>
                    <a:pt x="341179" y="643890"/>
                  </a:lnTo>
                  <a:lnTo>
                    <a:pt x="349331" y="662940"/>
                  </a:lnTo>
                  <a:lnTo>
                    <a:pt x="357743" y="681990"/>
                  </a:lnTo>
                  <a:lnTo>
                    <a:pt x="366534" y="701040"/>
                  </a:lnTo>
                  <a:lnTo>
                    <a:pt x="370871" y="709930"/>
                  </a:lnTo>
                  <a:lnTo>
                    <a:pt x="332054" y="709930"/>
                  </a:lnTo>
                  <a:lnTo>
                    <a:pt x="327475" y="715010"/>
                  </a:lnTo>
                  <a:lnTo>
                    <a:pt x="328898" y="722630"/>
                  </a:lnTo>
                  <a:lnTo>
                    <a:pt x="326578" y="731520"/>
                  </a:lnTo>
                  <a:lnTo>
                    <a:pt x="321242" y="762000"/>
                  </a:lnTo>
                  <a:lnTo>
                    <a:pt x="317010" y="791210"/>
                  </a:lnTo>
                  <a:close/>
                </a:path>
                <a:path w="1174750" h="1153159">
                  <a:moveTo>
                    <a:pt x="527235" y="932180"/>
                  </a:moveTo>
                  <a:lnTo>
                    <a:pt x="510508" y="923290"/>
                  </a:lnTo>
                  <a:lnTo>
                    <a:pt x="496024" y="910590"/>
                  </a:lnTo>
                  <a:lnTo>
                    <a:pt x="482552" y="896620"/>
                  </a:lnTo>
                  <a:lnTo>
                    <a:pt x="468861" y="885190"/>
                  </a:lnTo>
                  <a:lnTo>
                    <a:pt x="412282" y="835660"/>
                  </a:lnTo>
                  <a:lnTo>
                    <a:pt x="386243" y="806450"/>
                  </a:lnTo>
                  <a:lnTo>
                    <a:pt x="332054" y="711200"/>
                  </a:lnTo>
                  <a:lnTo>
                    <a:pt x="332054" y="709930"/>
                  </a:lnTo>
                  <a:lnTo>
                    <a:pt x="370871" y="709930"/>
                  </a:lnTo>
                  <a:lnTo>
                    <a:pt x="375826" y="720090"/>
                  </a:lnTo>
                  <a:lnTo>
                    <a:pt x="396402" y="758190"/>
                  </a:lnTo>
                  <a:lnTo>
                    <a:pt x="418075" y="796290"/>
                  </a:lnTo>
                  <a:lnTo>
                    <a:pt x="440965" y="831850"/>
                  </a:lnTo>
                  <a:lnTo>
                    <a:pt x="465196" y="866140"/>
                  </a:lnTo>
                  <a:lnTo>
                    <a:pt x="485249" y="890270"/>
                  </a:lnTo>
                  <a:lnTo>
                    <a:pt x="496239" y="902970"/>
                  </a:lnTo>
                  <a:lnTo>
                    <a:pt x="507158" y="913130"/>
                  </a:lnTo>
                  <a:lnTo>
                    <a:pt x="513237" y="919480"/>
                  </a:lnTo>
                  <a:lnTo>
                    <a:pt x="520661" y="923290"/>
                  </a:lnTo>
                  <a:lnTo>
                    <a:pt x="525410" y="929640"/>
                  </a:lnTo>
                  <a:lnTo>
                    <a:pt x="527235" y="929640"/>
                  </a:lnTo>
                  <a:lnTo>
                    <a:pt x="527235" y="932180"/>
                  </a:lnTo>
                  <a:close/>
                </a:path>
                <a:path w="1174750" h="1153159">
                  <a:moveTo>
                    <a:pt x="265019" y="791210"/>
                  </a:moveTo>
                  <a:lnTo>
                    <a:pt x="264570" y="791210"/>
                  </a:lnTo>
                  <a:lnTo>
                    <a:pt x="266442" y="789940"/>
                  </a:lnTo>
                  <a:lnTo>
                    <a:pt x="265019" y="791210"/>
                  </a:lnTo>
                  <a:close/>
                </a:path>
                <a:path w="1174750" h="1153159">
                  <a:moveTo>
                    <a:pt x="1174740" y="1153160"/>
                  </a:moveTo>
                  <a:lnTo>
                    <a:pt x="1167261" y="1149350"/>
                  </a:lnTo>
                  <a:lnTo>
                    <a:pt x="1161023" y="1143000"/>
                  </a:lnTo>
                  <a:lnTo>
                    <a:pt x="1155262" y="1137920"/>
                  </a:lnTo>
                  <a:lnTo>
                    <a:pt x="1122933" y="1112520"/>
                  </a:lnTo>
                  <a:lnTo>
                    <a:pt x="1072882" y="1080770"/>
                  </a:lnTo>
                  <a:lnTo>
                    <a:pt x="1023752" y="1057910"/>
                  </a:lnTo>
                  <a:lnTo>
                    <a:pt x="999651" y="1045210"/>
                  </a:lnTo>
                  <a:lnTo>
                    <a:pt x="961002" y="1018540"/>
                  </a:lnTo>
                  <a:lnTo>
                    <a:pt x="925691" y="985520"/>
                  </a:lnTo>
                  <a:lnTo>
                    <a:pt x="903341" y="952500"/>
                  </a:lnTo>
                  <a:lnTo>
                    <a:pt x="900730" y="946150"/>
                  </a:lnTo>
                  <a:lnTo>
                    <a:pt x="897865" y="939800"/>
                  </a:lnTo>
                  <a:lnTo>
                    <a:pt x="893840" y="933450"/>
                  </a:lnTo>
                  <a:lnTo>
                    <a:pt x="898118" y="924560"/>
                  </a:lnTo>
                  <a:lnTo>
                    <a:pt x="906523" y="919480"/>
                  </a:lnTo>
                  <a:lnTo>
                    <a:pt x="916796" y="916940"/>
                  </a:lnTo>
                  <a:lnTo>
                    <a:pt x="926677" y="913130"/>
                  </a:lnTo>
                  <a:lnTo>
                    <a:pt x="959553" y="902970"/>
                  </a:lnTo>
                  <a:lnTo>
                    <a:pt x="995852" y="895350"/>
                  </a:lnTo>
                  <a:lnTo>
                    <a:pt x="1036325" y="891540"/>
                  </a:lnTo>
                  <a:lnTo>
                    <a:pt x="1081010" y="891540"/>
                  </a:lnTo>
                  <a:lnTo>
                    <a:pt x="1081767" y="892810"/>
                  </a:lnTo>
                  <a:lnTo>
                    <a:pt x="1124545" y="892810"/>
                  </a:lnTo>
                  <a:lnTo>
                    <a:pt x="1134664" y="904240"/>
                  </a:lnTo>
                  <a:lnTo>
                    <a:pt x="1134664" y="911860"/>
                  </a:lnTo>
                  <a:lnTo>
                    <a:pt x="1096352" y="923290"/>
                  </a:lnTo>
                  <a:lnTo>
                    <a:pt x="1075711" y="927100"/>
                  </a:lnTo>
                  <a:lnTo>
                    <a:pt x="1036204" y="932180"/>
                  </a:lnTo>
                  <a:lnTo>
                    <a:pt x="1016077" y="935990"/>
                  </a:lnTo>
                  <a:lnTo>
                    <a:pt x="1003113" y="939800"/>
                  </a:lnTo>
                  <a:lnTo>
                    <a:pt x="989205" y="942340"/>
                  </a:lnTo>
                  <a:lnTo>
                    <a:pt x="975044" y="946150"/>
                  </a:lnTo>
                  <a:lnTo>
                    <a:pt x="961323" y="948690"/>
                  </a:lnTo>
                  <a:lnTo>
                    <a:pt x="963148" y="949960"/>
                  </a:lnTo>
                  <a:lnTo>
                    <a:pt x="978283" y="971550"/>
                  </a:lnTo>
                  <a:lnTo>
                    <a:pt x="1003301" y="989330"/>
                  </a:lnTo>
                  <a:lnTo>
                    <a:pt x="1031045" y="1007110"/>
                  </a:lnTo>
                  <a:lnTo>
                    <a:pt x="1054358" y="1021080"/>
                  </a:lnTo>
                  <a:lnTo>
                    <a:pt x="1077407" y="1038860"/>
                  </a:lnTo>
                  <a:lnTo>
                    <a:pt x="1099347" y="1057910"/>
                  </a:lnTo>
                  <a:lnTo>
                    <a:pt x="1119770" y="1079500"/>
                  </a:lnTo>
                  <a:lnTo>
                    <a:pt x="1138268" y="1101090"/>
                  </a:lnTo>
                  <a:lnTo>
                    <a:pt x="1161980" y="1125220"/>
                  </a:lnTo>
                  <a:lnTo>
                    <a:pt x="1165418" y="1131570"/>
                  </a:lnTo>
                  <a:lnTo>
                    <a:pt x="1168174" y="1137920"/>
                  </a:lnTo>
                  <a:lnTo>
                    <a:pt x="1171024" y="1144270"/>
                  </a:lnTo>
                  <a:lnTo>
                    <a:pt x="1174740" y="1150620"/>
                  </a:lnTo>
                  <a:lnTo>
                    <a:pt x="1174740" y="1153160"/>
                  </a:lnTo>
                  <a:close/>
                </a:path>
                <a:path w="1174750" h="1153159">
                  <a:moveTo>
                    <a:pt x="1124545" y="892810"/>
                  </a:moveTo>
                  <a:lnTo>
                    <a:pt x="1081767" y="892810"/>
                  </a:lnTo>
                  <a:lnTo>
                    <a:pt x="1081721" y="891540"/>
                  </a:lnTo>
                  <a:lnTo>
                    <a:pt x="1123598" y="891540"/>
                  </a:lnTo>
                  <a:lnTo>
                    <a:pt x="1124545" y="892810"/>
                  </a:lnTo>
                  <a:close/>
                </a:path>
              </a:pathLst>
            </a:custGeom>
            <a:solidFill>
              <a:srgbClr val="0061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2184" y="7824353"/>
              <a:ext cx="63817" cy="76597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17610" y="8967800"/>
              <a:ext cx="153806" cy="153783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14039445" y="8242834"/>
            <a:ext cx="1008380" cy="1008380"/>
          </a:xfrm>
          <a:custGeom>
            <a:avLst/>
            <a:gdLst/>
            <a:ahLst/>
            <a:cxnLst/>
            <a:rect l="l" t="t" r="r" b="b"/>
            <a:pathLst>
              <a:path w="1008380" h="1008379">
                <a:moveTo>
                  <a:pt x="36503" y="470273"/>
                </a:moveTo>
                <a:lnTo>
                  <a:pt x="36503" y="54971"/>
                </a:lnTo>
                <a:lnTo>
                  <a:pt x="42883" y="28358"/>
                </a:lnTo>
                <a:lnTo>
                  <a:pt x="59974" y="9284"/>
                </a:lnTo>
                <a:lnTo>
                  <a:pt x="84704" y="0"/>
                </a:lnTo>
                <a:lnTo>
                  <a:pt x="113999" y="2757"/>
                </a:lnTo>
                <a:lnTo>
                  <a:pt x="258093" y="45951"/>
                </a:lnTo>
                <a:lnTo>
                  <a:pt x="82535" y="45951"/>
                </a:lnTo>
                <a:lnTo>
                  <a:pt x="82535" y="467992"/>
                </a:lnTo>
                <a:lnTo>
                  <a:pt x="51759" y="467992"/>
                </a:lnTo>
                <a:lnTo>
                  <a:pt x="44095" y="468755"/>
                </a:lnTo>
                <a:lnTo>
                  <a:pt x="36503" y="470273"/>
                </a:lnTo>
                <a:close/>
              </a:path>
              <a:path w="1008380" h="1008379">
                <a:moveTo>
                  <a:pt x="1007530" y="874243"/>
                </a:moveTo>
                <a:lnTo>
                  <a:pt x="962389" y="874243"/>
                </a:lnTo>
                <a:lnTo>
                  <a:pt x="962272" y="332220"/>
                </a:lnTo>
                <a:lnTo>
                  <a:pt x="960016" y="322354"/>
                </a:lnTo>
                <a:lnTo>
                  <a:pt x="953443" y="311634"/>
                </a:lnTo>
                <a:lnTo>
                  <a:pt x="943487" y="302304"/>
                </a:lnTo>
                <a:lnTo>
                  <a:pt x="930967" y="296098"/>
                </a:lnTo>
                <a:lnTo>
                  <a:pt x="100829" y="47264"/>
                </a:lnTo>
                <a:lnTo>
                  <a:pt x="98186" y="46410"/>
                </a:lnTo>
                <a:lnTo>
                  <a:pt x="95346" y="45951"/>
                </a:lnTo>
                <a:lnTo>
                  <a:pt x="258093" y="45951"/>
                </a:lnTo>
                <a:lnTo>
                  <a:pt x="943528" y="251421"/>
                </a:lnTo>
                <a:lnTo>
                  <a:pt x="989358" y="282927"/>
                </a:lnTo>
                <a:lnTo>
                  <a:pt x="1007997" y="332220"/>
                </a:lnTo>
                <a:lnTo>
                  <a:pt x="1008117" y="868700"/>
                </a:lnTo>
                <a:lnTo>
                  <a:pt x="1007857" y="872378"/>
                </a:lnTo>
                <a:lnTo>
                  <a:pt x="1007604" y="873826"/>
                </a:lnTo>
                <a:lnTo>
                  <a:pt x="1007530" y="874243"/>
                </a:lnTo>
                <a:close/>
              </a:path>
              <a:path w="1008380" h="1008379">
                <a:moveTo>
                  <a:pt x="633687" y="1008382"/>
                </a:moveTo>
                <a:lnTo>
                  <a:pt x="633687" y="1007916"/>
                </a:lnTo>
                <a:lnTo>
                  <a:pt x="610534" y="1003234"/>
                </a:lnTo>
                <a:lnTo>
                  <a:pt x="591636" y="990464"/>
                </a:lnTo>
                <a:lnTo>
                  <a:pt x="578900" y="971525"/>
                </a:lnTo>
                <a:lnTo>
                  <a:pt x="574325" y="948799"/>
                </a:lnTo>
                <a:lnTo>
                  <a:pt x="574231" y="393709"/>
                </a:lnTo>
                <a:lnTo>
                  <a:pt x="578924" y="370493"/>
                </a:lnTo>
                <a:lnTo>
                  <a:pt x="591691" y="351541"/>
                </a:lnTo>
                <a:lnTo>
                  <a:pt x="610599" y="338767"/>
                </a:lnTo>
                <a:lnTo>
                  <a:pt x="633687" y="334083"/>
                </a:lnTo>
                <a:lnTo>
                  <a:pt x="656805" y="338767"/>
                </a:lnTo>
                <a:lnTo>
                  <a:pt x="675707" y="351541"/>
                </a:lnTo>
                <a:lnTo>
                  <a:pt x="688462" y="370493"/>
                </a:lnTo>
                <a:lnTo>
                  <a:pt x="693143" y="393709"/>
                </a:lnTo>
                <a:lnTo>
                  <a:pt x="693143" y="948799"/>
                </a:lnTo>
                <a:lnTo>
                  <a:pt x="688572" y="971525"/>
                </a:lnTo>
                <a:lnTo>
                  <a:pt x="688474" y="972008"/>
                </a:lnTo>
                <a:lnTo>
                  <a:pt x="675738" y="990946"/>
                </a:lnTo>
                <a:lnTo>
                  <a:pt x="656841" y="1003705"/>
                </a:lnTo>
                <a:lnTo>
                  <a:pt x="633687" y="1008382"/>
                </a:lnTo>
                <a:close/>
              </a:path>
              <a:path w="1008380" h="1008379">
                <a:moveTo>
                  <a:pt x="442260" y="941773"/>
                </a:moveTo>
                <a:lnTo>
                  <a:pt x="441874" y="941773"/>
                </a:lnTo>
                <a:lnTo>
                  <a:pt x="418734" y="937093"/>
                </a:lnTo>
                <a:lnTo>
                  <a:pt x="419007" y="937093"/>
                </a:lnTo>
                <a:lnTo>
                  <a:pt x="400179" y="924333"/>
                </a:lnTo>
                <a:lnTo>
                  <a:pt x="388941" y="907621"/>
                </a:lnTo>
                <a:lnTo>
                  <a:pt x="387476" y="905396"/>
                </a:lnTo>
                <a:lnTo>
                  <a:pt x="383014" y="883230"/>
                </a:lnTo>
                <a:lnTo>
                  <a:pt x="382821" y="882187"/>
                </a:lnTo>
                <a:lnTo>
                  <a:pt x="382821" y="459644"/>
                </a:lnTo>
                <a:lnTo>
                  <a:pt x="387502" y="436434"/>
                </a:lnTo>
                <a:lnTo>
                  <a:pt x="400257" y="417497"/>
                </a:lnTo>
                <a:lnTo>
                  <a:pt x="419159" y="404737"/>
                </a:lnTo>
                <a:lnTo>
                  <a:pt x="442277" y="400061"/>
                </a:lnTo>
                <a:lnTo>
                  <a:pt x="465365" y="404737"/>
                </a:lnTo>
                <a:lnTo>
                  <a:pt x="484272" y="417497"/>
                </a:lnTo>
                <a:lnTo>
                  <a:pt x="497040" y="436434"/>
                </a:lnTo>
                <a:lnTo>
                  <a:pt x="501732" y="459644"/>
                </a:lnTo>
                <a:lnTo>
                  <a:pt x="501732" y="882187"/>
                </a:lnTo>
                <a:lnTo>
                  <a:pt x="497064" y="905396"/>
                </a:lnTo>
                <a:lnTo>
                  <a:pt x="484328" y="924333"/>
                </a:lnTo>
                <a:lnTo>
                  <a:pt x="465430" y="937093"/>
                </a:lnTo>
                <a:lnTo>
                  <a:pt x="442260" y="941773"/>
                </a:lnTo>
                <a:close/>
              </a:path>
              <a:path w="1008380" h="1008379">
                <a:moveTo>
                  <a:pt x="250866" y="878926"/>
                </a:moveTo>
                <a:lnTo>
                  <a:pt x="227713" y="874243"/>
                </a:lnTo>
                <a:lnTo>
                  <a:pt x="208815" y="861473"/>
                </a:lnTo>
                <a:lnTo>
                  <a:pt x="196079" y="842534"/>
                </a:lnTo>
                <a:lnTo>
                  <a:pt x="191410" y="819343"/>
                </a:lnTo>
                <a:lnTo>
                  <a:pt x="191410" y="522911"/>
                </a:lnTo>
                <a:lnTo>
                  <a:pt x="208815" y="480764"/>
                </a:lnTo>
                <a:lnTo>
                  <a:pt x="250866" y="463328"/>
                </a:lnTo>
                <a:lnTo>
                  <a:pt x="273937" y="467992"/>
                </a:lnTo>
                <a:lnTo>
                  <a:pt x="275128" y="468755"/>
                </a:lnTo>
                <a:lnTo>
                  <a:pt x="292915" y="480764"/>
                </a:lnTo>
                <a:lnTo>
                  <a:pt x="305677" y="499702"/>
                </a:lnTo>
                <a:lnTo>
                  <a:pt x="310364" y="522911"/>
                </a:lnTo>
                <a:lnTo>
                  <a:pt x="310364" y="819343"/>
                </a:lnTo>
                <a:lnTo>
                  <a:pt x="305686" y="842534"/>
                </a:lnTo>
                <a:lnTo>
                  <a:pt x="292933" y="861473"/>
                </a:lnTo>
                <a:lnTo>
                  <a:pt x="274017" y="874243"/>
                </a:lnTo>
                <a:lnTo>
                  <a:pt x="250866" y="878926"/>
                </a:lnTo>
                <a:close/>
              </a:path>
              <a:path w="1008380" h="1008379">
                <a:moveTo>
                  <a:pt x="82535" y="470273"/>
                </a:moveTo>
                <a:lnTo>
                  <a:pt x="74931" y="468755"/>
                </a:lnTo>
                <a:lnTo>
                  <a:pt x="67252" y="467992"/>
                </a:lnTo>
                <a:lnTo>
                  <a:pt x="82535" y="467992"/>
                </a:lnTo>
                <a:lnTo>
                  <a:pt x="82535" y="470273"/>
                </a:lnTo>
                <a:close/>
              </a:path>
              <a:path w="1008380" h="1008379">
                <a:moveTo>
                  <a:pt x="59664" y="814558"/>
                </a:moveTo>
                <a:lnTo>
                  <a:pt x="59455" y="814558"/>
                </a:lnTo>
                <a:lnTo>
                  <a:pt x="36320" y="809875"/>
                </a:lnTo>
                <a:lnTo>
                  <a:pt x="17420" y="797105"/>
                </a:lnTo>
                <a:lnTo>
                  <a:pt x="4674" y="778166"/>
                </a:lnTo>
                <a:lnTo>
                  <a:pt x="0" y="754975"/>
                </a:lnTo>
                <a:lnTo>
                  <a:pt x="0" y="587152"/>
                </a:lnTo>
                <a:lnTo>
                  <a:pt x="4680" y="563961"/>
                </a:lnTo>
                <a:lnTo>
                  <a:pt x="17436" y="545021"/>
                </a:lnTo>
                <a:lnTo>
                  <a:pt x="36338" y="532252"/>
                </a:lnTo>
                <a:lnTo>
                  <a:pt x="59455" y="527569"/>
                </a:lnTo>
                <a:lnTo>
                  <a:pt x="63224" y="527569"/>
                </a:lnTo>
                <a:lnTo>
                  <a:pt x="98735" y="542323"/>
                </a:lnTo>
                <a:lnTo>
                  <a:pt x="118557" y="579377"/>
                </a:lnTo>
                <a:lnTo>
                  <a:pt x="118954" y="754975"/>
                </a:lnTo>
                <a:lnTo>
                  <a:pt x="114281" y="778166"/>
                </a:lnTo>
                <a:lnTo>
                  <a:pt x="101540" y="797105"/>
                </a:lnTo>
                <a:lnTo>
                  <a:pt x="82660" y="809875"/>
                </a:lnTo>
                <a:lnTo>
                  <a:pt x="82807" y="809875"/>
                </a:lnTo>
                <a:lnTo>
                  <a:pt x="59664" y="814558"/>
                </a:lnTo>
                <a:close/>
              </a:path>
              <a:path w="1008380" h="1008379">
                <a:moveTo>
                  <a:pt x="959296" y="920407"/>
                </a:moveTo>
                <a:lnTo>
                  <a:pt x="944544" y="920407"/>
                </a:lnTo>
                <a:lnTo>
                  <a:pt x="936910" y="919239"/>
                </a:lnTo>
                <a:lnTo>
                  <a:pt x="937175" y="919239"/>
                </a:lnTo>
                <a:lnTo>
                  <a:pt x="752641" y="863723"/>
                </a:lnTo>
                <a:lnTo>
                  <a:pt x="752641" y="815659"/>
                </a:lnTo>
                <a:lnTo>
                  <a:pt x="944137" y="872955"/>
                </a:lnTo>
                <a:lnTo>
                  <a:pt x="946762" y="873826"/>
                </a:lnTo>
                <a:lnTo>
                  <a:pt x="949336" y="874243"/>
                </a:lnTo>
                <a:lnTo>
                  <a:pt x="1007530" y="874243"/>
                </a:lnTo>
                <a:lnTo>
                  <a:pt x="1006577" y="879683"/>
                </a:lnTo>
                <a:lnTo>
                  <a:pt x="980279" y="913948"/>
                </a:lnTo>
                <a:lnTo>
                  <a:pt x="966508" y="919239"/>
                </a:lnTo>
                <a:lnTo>
                  <a:pt x="959296" y="920407"/>
                </a:lnTo>
                <a:close/>
              </a:path>
              <a:path w="1008380" h="1008379">
                <a:moveTo>
                  <a:pt x="955505" y="920637"/>
                </a:moveTo>
                <a:lnTo>
                  <a:pt x="950449" y="920407"/>
                </a:lnTo>
                <a:lnTo>
                  <a:pt x="959493" y="920407"/>
                </a:lnTo>
                <a:lnTo>
                  <a:pt x="955505" y="92063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5280577" y="8559100"/>
            <a:ext cx="1893570" cy="375285"/>
          </a:xfrm>
          <a:custGeom>
            <a:avLst/>
            <a:gdLst/>
            <a:ahLst/>
            <a:cxnLst/>
            <a:rect l="l" t="t" r="r" b="b"/>
            <a:pathLst>
              <a:path w="1893569" h="375284">
                <a:moveTo>
                  <a:pt x="43190" y="368756"/>
                </a:moveTo>
                <a:lnTo>
                  <a:pt x="0" y="368756"/>
                </a:lnTo>
                <a:lnTo>
                  <a:pt x="0" y="0"/>
                </a:lnTo>
                <a:lnTo>
                  <a:pt x="101328" y="0"/>
                </a:lnTo>
                <a:lnTo>
                  <a:pt x="129223" y="1801"/>
                </a:lnTo>
                <a:lnTo>
                  <a:pt x="153769" y="7204"/>
                </a:lnTo>
                <a:lnTo>
                  <a:pt x="174942" y="16206"/>
                </a:lnTo>
                <a:lnTo>
                  <a:pt x="192721" y="28803"/>
                </a:lnTo>
                <a:lnTo>
                  <a:pt x="201875" y="39092"/>
                </a:lnTo>
                <a:lnTo>
                  <a:pt x="43190" y="39092"/>
                </a:lnTo>
                <a:lnTo>
                  <a:pt x="43190" y="190274"/>
                </a:lnTo>
                <a:lnTo>
                  <a:pt x="194097" y="190274"/>
                </a:lnTo>
                <a:lnTo>
                  <a:pt x="189095" y="195935"/>
                </a:lnTo>
                <a:lnTo>
                  <a:pt x="169441" y="210561"/>
                </a:lnTo>
                <a:lnTo>
                  <a:pt x="146663" y="221009"/>
                </a:lnTo>
                <a:lnTo>
                  <a:pt x="120779" y="227277"/>
                </a:lnTo>
                <a:lnTo>
                  <a:pt x="91805" y="229367"/>
                </a:lnTo>
                <a:lnTo>
                  <a:pt x="43190" y="229367"/>
                </a:lnTo>
                <a:lnTo>
                  <a:pt x="43190" y="368756"/>
                </a:lnTo>
                <a:close/>
              </a:path>
              <a:path w="1893569" h="375284">
                <a:moveTo>
                  <a:pt x="194097" y="190274"/>
                </a:moveTo>
                <a:lnTo>
                  <a:pt x="88445" y="190274"/>
                </a:lnTo>
                <a:lnTo>
                  <a:pt x="109494" y="189001"/>
                </a:lnTo>
                <a:lnTo>
                  <a:pt x="127887" y="185178"/>
                </a:lnTo>
                <a:lnTo>
                  <a:pt x="166975" y="158560"/>
                </a:lnTo>
                <a:lnTo>
                  <a:pt x="180221" y="112118"/>
                </a:lnTo>
                <a:lnTo>
                  <a:pt x="174825" y="80186"/>
                </a:lnTo>
                <a:lnTo>
                  <a:pt x="158633" y="57363"/>
                </a:lnTo>
                <a:lnTo>
                  <a:pt x="131640" y="43662"/>
                </a:lnTo>
                <a:lnTo>
                  <a:pt x="93840" y="39092"/>
                </a:lnTo>
                <a:lnTo>
                  <a:pt x="201875" y="39092"/>
                </a:lnTo>
                <a:lnTo>
                  <a:pt x="206844" y="44678"/>
                </a:lnTo>
                <a:lnTo>
                  <a:pt x="217018" y="63514"/>
                </a:lnTo>
                <a:lnTo>
                  <a:pt x="223173" y="85307"/>
                </a:lnTo>
                <a:lnTo>
                  <a:pt x="225240" y="110055"/>
                </a:lnTo>
                <a:lnTo>
                  <a:pt x="222983" y="135090"/>
                </a:lnTo>
                <a:lnTo>
                  <a:pt x="216211" y="157749"/>
                </a:lnTo>
                <a:lnTo>
                  <a:pt x="204916" y="178030"/>
                </a:lnTo>
                <a:lnTo>
                  <a:pt x="194097" y="190274"/>
                </a:lnTo>
                <a:close/>
              </a:path>
              <a:path w="1893569" h="375284">
                <a:moveTo>
                  <a:pt x="386858" y="374947"/>
                </a:moveTo>
                <a:lnTo>
                  <a:pt x="334366" y="365712"/>
                </a:lnTo>
                <a:lnTo>
                  <a:pt x="295328" y="339481"/>
                </a:lnTo>
                <a:lnTo>
                  <a:pt x="267502" y="295141"/>
                </a:lnTo>
                <a:lnTo>
                  <a:pt x="258790" y="240216"/>
                </a:lnTo>
                <a:lnTo>
                  <a:pt x="261015" y="208859"/>
                </a:lnTo>
                <a:lnTo>
                  <a:pt x="279063" y="157034"/>
                </a:lnTo>
                <a:lnTo>
                  <a:pt x="314854" y="120242"/>
                </a:lnTo>
                <a:lnTo>
                  <a:pt x="364142" y="101224"/>
                </a:lnTo>
                <a:lnTo>
                  <a:pt x="365497" y="101224"/>
                </a:lnTo>
                <a:lnTo>
                  <a:pt x="392754" y="98999"/>
                </a:lnTo>
                <a:lnTo>
                  <a:pt x="420583" y="101224"/>
                </a:lnTo>
                <a:lnTo>
                  <a:pt x="445173" y="107954"/>
                </a:lnTo>
                <a:lnTo>
                  <a:pt x="466534" y="119272"/>
                </a:lnTo>
                <a:lnTo>
                  <a:pt x="484110" y="134760"/>
                </a:lnTo>
                <a:lnTo>
                  <a:pt x="390249" y="134760"/>
                </a:lnTo>
                <a:lnTo>
                  <a:pt x="371654" y="136430"/>
                </a:lnTo>
                <a:lnTo>
                  <a:pt x="370953" y="136430"/>
                </a:lnTo>
                <a:lnTo>
                  <a:pt x="354409" y="141441"/>
                </a:lnTo>
                <a:lnTo>
                  <a:pt x="353993" y="141441"/>
                </a:lnTo>
                <a:lnTo>
                  <a:pt x="315306" y="177573"/>
                </a:lnTo>
                <a:lnTo>
                  <a:pt x="303486" y="215693"/>
                </a:lnTo>
                <a:lnTo>
                  <a:pt x="302113" y="240216"/>
                </a:lnTo>
                <a:lnTo>
                  <a:pt x="303485" y="260647"/>
                </a:lnTo>
                <a:lnTo>
                  <a:pt x="315318" y="297745"/>
                </a:lnTo>
                <a:lnTo>
                  <a:pt x="353444" y="332722"/>
                </a:lnTo>
                <a:lnTo>
                  <a:pt x="389629" y="339481"/>
                </a:lnTo>
                <a:lnTo>
                  <a:pt x="478550" y="339481"/>
                </a:lnTo>
                <a:lnTo>
                  <a:pt x="462769" y="353040"/>
                </a:lnTo>
                <a:lnTo>
                  <a:pt x="440441" y="364887"/>
                </a:lnTo>
                <a:lnTo>
                  <a:pt x="415128" y="371991"/>
                </a:lnTo>
                <a:lnTo>
                  <a:pt x="386858" y="374358"/>
                </a:lnTo>
                <a:lnTo>
                  <a:pt x="386858" y="374947"/>
                </a:lnTo>
                <a:close/>
              </a:path>
              <a:path w="1893569" h="375284">
                <a:moveTo>
                  <a:pt x="478550" y="339481"/>
                </a:moveTo>
                <a:lnTo>
                  <a:pt x="389629" y="339481"/>
                </a:lnTo>
                <a:lnTo>
                  <a:pt x="409004" y="337790"/>
                </a:lnTo>
                <a:lnTo>
                  <a:pt x="426008" y="332722"/>
                </a:lnTo>
                <a:lnTo>
                  <a:pt x="462102" y="298296"/>
                </a:lnTo>
                <a:lnTo>
                  <a:pt x="473102" y="260647"/>
                </a:lnTo>
                <a:lnTo>
                  <a:pt x="474352" y="235499"/>
                </a:lnTo>
                <a:lnTo>
                  <a:pt x="473177" y="215693"/>
                </a:lnTo>
                <a:lnTo>
                  <a:pt x="473098" y="214356"/>
                </a:lnTo>
                <a:lnTo>
                  <a:pt x="462090" y="176292"/>
                </a:lnTo>
                <a:lnTo>
                  <a:pt x="425800" y="141441"/>
                </a:lnTo>
                <a:lnTo>
                  <a:pt x="389629" y="134760"/>
                </a:lnTo>
                <a:lnTo>
                  <a:pt x="484110" y="134760"/>
                </a:lnTo>
                <a:lnTo>
                  <a:pt x="509458" y="178603"/>
                </a:lnTo>
                <a:lnTo>
                  <a:pt x="517698" y="235499"/>
                </a:lnTo>
                <a:lnTo>
                  <a:pt x="515471" y="265451"/>
                </a:lnTo>
                <a:lnTo>
                  <a:pt x="508791" y="292251"/>
                </a:lnTo>
                <a:lnTo>
                  <a:pt x="497661" y="315912"/>
                </a:lnTo>
                <a:lnTo>
                  <a:pt x="482084" y="336444"/>
                </a:lnTo>
                <a:lnTo>
                  <a:pt x="478550" y="339481"/>
                </a:lnTo>
                <a:close/>
              </a:path>
              <a:path w="1893569" h="375284">
                <a:moveTo>
                  <a:pt x="663455" y="368019"/>
                </a:moveTo>
                <a:lnTo>
                  <a:pt x="621296" y="368019"/>
                </a:lnTo>
                <a:lnTo>
                  <a:pt x="541569" y="104718"/>
                </a:lnTo>
                <a:lnTo>
                  <a:pt x="585792" y="104718"/>
                </a:lnTo>
                <a:lnTo>
                  <a:pt x="640341" y="302776"/>
                </a:lnTo>
                <a:lnTo>
                  <a:pt x="642051" y="308761"/>
                </a:lnTo>
                <a:lnTo>
                  <a:pt x="643289" y="316633"/>
                </a:lnTo>
                <a:lnTo>
                  <a:pt x="643938" y="326421"/>
                </a:lnTo>
                <a:lnTo>
                  <a:pt x="676435" y="326421"/>
                </a:lnTo>
                <a:lnTo>
                  <a:pt x="663455" y="368019"/>
                </a:lnTo>
                <a:close/>
              </a:path>
              <a:path w="1893569" h="375284">
                <a:moveTo>
                  <a:pt x="676435" y="326421"/>
                </a:moveTo>
                <a:lnTo>
                  <a:pt x="646002" y="326421"/>
                </a:lnTo>
                <a:lnTo>
                  <a:pt x="646652" y="318191"/>
                </a:lnTo>
                <a:lnTo>
                  <a:pt x="648195" y="310133"/>
                </a:lnTo>
                <a:lnTo>
                  <a:pt x="711304" y="104718"/>
                </a:lnTo>
                <a:lnTo>
                  <a:pt x="749866" y="104718"/>
                </a:lnTo>
                <a:lnTo>
                  <a:pt x="763888" y="155751"/>
                </a:lnTo>
                <a:lnTo>
                  <a:pt x="727725" y="155751"/>
                </a:lnTo>
                <a:lnTo>
                  <a:pt x="726748" y="163801"/>
                </a:lnTo>
                <a:lnTo>
                  <a:pt x="724950" y="171663"/>
                </a:lnTo>
                <a:lnTo>
                  <a:pt x="722330" y="179337"/>
                </a:lnTo>
                <a:lnTo>
                  <a:pt x="676435" y="326421"/>
                </a:lnTo>
                <a:close/>
              </a:path>
              <a:path w="1893569" h="375284">
                <a:moveTo>
                  <a:pt x="843359" y="326892"/>
                </a:moveTo>
                <a:lnTo>
                  <a:pt x="810303" y="326892"/>
                </a:lnTo>
                <a:lnTo>
                  <a:pt x="810657" y="320200"/>
                </a:lnTo>
                <a:lnTo>
                  <a:pt x="812072" y="312328"/>
                </a:lnTo>
                <a:lnTo>
                  <a:pt x="814666" y="303219"/>
                </a:lnTo>
                <a:lnTo>
                  <a:pt x="868146" y="104718"/>
                </a:lnTo>
                <a:lnTo>
                  <a:pt x="909804" y="104718"/>
                </a:lnTo>
                <a:lnTo>
                  <a:pt x="909775" y="105426"/>
                </a:lnTo>
                <a:lnTo>
                  <a:pt x="843359" y="326892"/>
                </a:lnTo>
                <a:close/>
              </a:path>
              <a:path w="1893569" h="375284">
                <a:moveTo>
                  <a:pt x="830823" y="368697"/>
                </a:moveTo>
                <a:lnTo>
                  <a:pt x="787131" y="368697"/>
                </a:lnTo>
                <a:lnTo>
                  <a:pt x="730821" y="173027"/>
                </a:lnTo>
                <a:lnTo>
                  <a:pt x="729465" y="164891"/>
                </a:lnTo>
                <a:lnTo>
                  <a:pt x="728757" y="155751"/>
                </a:lnTo>
                <a:lnTo>
                  <a:pt x="763888" y="155751"/>
                </a:lnTo>
                <a:lnTo>
                  <a:pt x="806117" y="309557"/>
                </a:lnTo>
                <a:lnTo>
                  <a:pt x="807278" y="316633"/>
                </a:lnTo>
                <a:lnTo>
                  <a:pt x="807478" y="318191"/>
                </a:lnTo>
                <a:lnTo>
                  <a:pt x="808198" y="326421"/>
                </a:lnTo>
                <a:lnTo>
                  <a:pt x="808239" y="326892"/>
                </a:lnTo>
                <a:lnTo>
                  <a:pt x="843359" y="326892"/>
                </a:lnTo>
                <a:lnTo>
                  <a:pt x="830823" y="368697"/>
                </a:lnTo>
                <a:close/>
              </a:path>
              <a:path w="1893569" h="375284">
                <a:moveTo>
                  <a:pt x="1052024" y="374564"/>
                </a:moveTo>
                <a:lnTo>
                  <a:pt x="1002204" y="365591"/>
                </a:lnTo>
                <a:lnTo>
                  <a:pt x="964345" y="338685"/>
                </a:lnTo>
                <a:lnTo>
                  <a:pt x="940425" y="295550"/>
                </a:lnTo>
                <a:lnTo>
                  <a:pt x="932446" y="237799"/>
                </a:lnTo>
                <a:lnTo>
                  <a:pt x="934624" y="208361"/>
                </a:lnTo>
                <a:lnTo>
                  <a:pt x="952048" y="158351"/>
                </a:lnTo>
                <a:lnTo>
                  <a:pt x="985768" y="120693"/>
                </a:lnTo>
                <a:lnTo>
                  <a:pt x="1029029" y="101356"/>
                </a:lnTo>
                <a:lnTo>
                  <a:pt x="1053822" y="98940"/>
                </a:lnTo>
                <a:lnTo>
                  <a:pt x="1078206" y="101029"/>
                </a:lnTo>
                <a:lnTo>
                  <a:pt x="1099662" y="107294"/>
                </a:lnTo>
                <a:lnTo>
                  <a:pt x="1118195" y="117733"/>
                </a:lnTo>
                <a:lnTo>
                  <a:pt x="1133806" y="132343"/>
                </a:lnTo>
                <a:lnTo>
                  <a:pt x="1135240" y="134465"/>
                </a:lnTo>
                <a:lnTo>
                  <a:pt x="1048310" y="134465"/>
                </a:lnTo>
                <a:lnTo>
                  <a:pt x="1039609" y="135674"/>
                </a:lnTo>
                <a:lnTo>
                  <a:pt x="1003025" y="155781"/>
                </a:lnTo>
                <a:lnTo>
                  <a:pt x="980741" y="195183"/>
                </a:lnTo>
                <a:lnTo>
                  <a:pt x="977287" y="211589"/>
                </a:lnTo>
                <a:lnTo>
                  <a:pt x="1161267" y="211840"/>
                </a:lnTo>
                <a:lnTo>
                  <a:pt x="1162108" y="225210"/>
                </a:lnTo>
                <a:lnTo>
                  <a:pt x="1162108" y="247321"/>
                </a:lnTo>
                <a:lnTo>
                  <a:pt x="1162727" y="247646"/>
                </a:lnTo>
                <a:lnTo>
                  <a:pt x="976492" y="247646"/>
                </a:lnTo>
                <a:lnTo>
                  <a:pt x="983018" y="286598"/>
                </a:lnTo>
                <a:lnTo>
                  <a:pt x="1012384" y="325914"/>
                </a:lnTo>
                <a:lnTo>
                  <a:pt x="1062048" y="339098"/>
                </a:lnTo>
                <a:lnTo>
                  <a:pt x="1143830" y="339098"/>
                </a:lnTo>
                <a:lnTo>
                  <a:pt x="1143830" y="349357"/>
                </a:lnTo>
                <a:lnTo>
                  <a:pt x="1125074" y="360385"/>
                </a:lnTo>
                <a:lnTo>
                  <a:pt x="1103521" y="368262"/>
                </a:lnTo>
                <a:lnTo>
                  <a:pt x="1079171" y="372989"/>
                </a:lnTo>
                <a:lnTo>
                  <a:pt x="1052024" y="374564"/>
                </a:lnTo>
                <a:close/>
              </a:path>
              <a:path w="1893569" h="375284">
                <a:moveTo>
                  <a:pt x="1161267" y="211840"/>
                </a:moveTo>
                <a:lnTo>
                  <a:pt x="1119473" y="211840"/>
                </a:lnTo>
                <a:lnTo>
                  <a:pt x="1118318" y="195183"/>
                </a:lnTo>
                <a:lnTo>
                  <a:pt x="1118282" y="194671"/>
                </a:lnTo>
                <a:lnTo>
                  <a:pt x="1101877" y="155103"/>
                </a:lnTo>
                <a:lnTo>
                  <a:pt x="1067850" y="135674"/>
                </a:lnTo>
                <a:lnTo>
                  <a:pt x="1066921" y="135674"/>
                </a:lnTo>
                <a:lnTo>
                  <a:pt x="1053675" y="134465"/>
                </a:lnTo>
                <a:lnTo>
                  <a:pt x="1135240" y="134465"/>
                </a:lnTo>
                <a:lnTo>
                  <a:pt x="1146188" y="150671"/>
                </a:lnTo>
                <a:lnTo>
                  <a:pt x="1155033" y="172265"/>
                </a:lnTo>
                <a:lnTo>
                  <a:pt x="1160339" y="197113"/>
                </a:lnTo>
                <a:lnTo>
                  <a:pt x="1161251" y="211589"/>
                </a:lnTo>
                <a:lnTo>
                  <a:pt x="1161267" y="211840"/>
                </a:lnTo>
                <a:close/>
              </a:path>
              <a:path w="1893569" h="375284">
                <a:moveTo>
                  <a:pt x="1143830" y="339098"/>
                </a:moveTo>
                <a:lnTo>
                  <a:pt x="1062048" y="339098"/>
                </a:lnTo>
                <a:lnTo>
                  <a:pt x="1083839" y="337271"/>
                </a:lnTo>
                <a:lnTo>
                  <a:pt x="1104730" y="331783"/>
                </a:lnTo>
                <a:lnTo>
                  <a:pt x="1124725" y="322618"/>
                </a:lnTo>
                <a:lnTo>
                  <a:pt x="1143830" y="309763"/>
                </a:lnTo>
                <a:lnTo>
                  <a:pt x="1143830" y="339098"/>
                </a:lnTo>
                <a:close/>
              </a:path>
              <a:path w="1893569" h="375284">
                <a:moveTo>
                  <a:pt x="1288879" y="159702"/>
                </a:moveTo>
                <a:lnTo>
                  <a:pt x="1267122" y="159702"/>
                </a:lnTo>
                <a:lnTo>
                  <a:pt x="1272212" y="146583"/>
                </a:lnTo>
                <a:lnTo>
                  <a:pt x="1304148" y="109546"/>
                </a:lnTo>
                <a:lnTo>
                  <a:pt x="1314781" y="104424"/>
                </a:lnTo>
                <a:lnTo>
                  <a:pt x="1315209" y="104424"/>
                </a:lnTo>
                <a:lnTo>
                  <a:pt x="1325121" y="101719"/>
                </a:lnTo>
                <a:lnTo>
                  <a:pt x="1325696" y="101719"/>
                </a:lnTo>
                <a:lnTo>
                  <a:pt x="1336050" y="100827"/>
                </a:lnTo>
                <a:lnTo>
                  <a:pt x="1341544" y="100827"/>
                </a:lnTo>
                <a:lnTo>
                  <a:pt x="1350566" y="101719"/>
                </a:lnTo>
                <a:lnTo>
                  <a:pt x="1356386" y="102842"/>
                </a:lnTo>
                <a:lnTo>
                  <a:pt x="1361257" y="104424"/>
                </a:lnTo>
                <a:lnTo>
                  <a:pt x="1361257" y="139625"/>
                </a:lnTo>
                <a:lnTo>
                  <a:pt x="1329328" y="139625"/>
                </a:lnTo>
                <a:lnTo>
                  <a:pt x="1316518" y="141216"/>
                </a:lnTo>
                <a:lnTo>
                  <a:pt x="1304674" y="145989"/>
                </a:lnTo>
                <a:lnTo>
                  <a:pt x="1293881" y="153940"/>
                </a:lnTo>
                <a:lnTo>
                  <a:pt x="1288879" y="159702"/>
                </a:lnTo>
                <a:close/>
              </a:path>
              <a:path w="1893569" h="375284">
                <a:moveTo>
                  <a:pt x="1266090" y="368727"/>
                </a:moveTo>
                <a:lnTo>
                  <a:pt x="1223931" y="368727"/>
                </a:lnTo>
                <a:lnTo>
                  <a:pt x="1223931" y="105455"/>
                </a:lnTo>
                <a:lnTo>
                  <a:pt x="1266090" y="105455"/>
                </a:lnTo>
                <a:lnTo>
                  <a:pt x="1266090" y="159702"/>
                </a:lnTo>
                <a:lnTo>
                  <a:pt x="1288879" y="159702"/>
                </a:lnTo>
                <a:lnTo>
                  <a:pt x="1270623" y="195142"/>
                </a:lnTo>
                <a:lnTo>
                  <a:pt x="1266090" y="234526"/>
                </a:lnTo>
                <a:lnTo>
                  <a:pt x="1266090" y="368727"/>
                </a:lnTo>
                <a:close/>
              </a:path>
              <a:path w="1893569" h="375284">
                <a:moveTo>
                  <a:pt x="1361257" y="148115"/>
                </a:moveTo>
                <a:lnTo>
                  <a:pt x="1355132" y="144401"/>
                </a:lnTo>
                <a:lnTo>
                  <a:pt x="1347843" y="141747"/>
                </a:lnTo>
                <a:lnTo>
                  <a:pt x="1339271" y="140155"/>
                </a:lnTo>
                <a:lnTo>
                  <a:pt x="1329328" y="139625"/>
                </a:lnTo>
                <a:lnTo>
                  <a:pt x="1361257" y="139625"/>
                </a:lnTo>
                <a:lnTo>
                  <a:pt x="1361257" y="148115"/>
                </a:lnTo>
                <a:close/>
              </a:path>
              <a:path w="1893569" h="375284">
                <a:moveTo>
                  <a:pt x="1664417" y="368756"/>
                </a:moveTo>
                <a:lnTo>
                  <a:pt x="1556927" y="368756"/>
                </a:lnTo>
                <a:lnTo>
                  <a:pt x="1556927" y="0"/>
                </a:lnTo>
                <a:lnTo>
                  <a:pt x="1661882" y="0"/>
                </a:lnTo>
                <a:lnTo>
                  <a:pt x="1684567" y="1464"/>
                </a:lnTo>
                <a:lnTo>
                  <a:pt x="1722498" y="13171"/>
                </a:lnTo>
                <a:lnTo>
                  <a:pt x="1751754" y="38886"/>
                </a:lnTo>
                <a:lnTo>
                  <a:pt x="1600147" y="38886"/>
                </a:lnTo>
                <a:lnTo>
                  <a:pt x="1600147" y="157962"/>
                </a:lnTo>
                <a:lnTo>
                  <a:pt x="1729478" y="157962"/>
                </a:lnTo>
                <a:lnTo>
                  <a:pt x="1728587" y="158703"/>
                </a:lnTo>
                <a:lnTo>
                  <a:pt x="1716090" y="166089"/>
                </a:lnTo>
                <a:lnTo>
                  <a:pt x="1701977" y="171819"/>
                </a:lnTo>
                <a:lnTo>
                  <a:pt x="1701977" y="172821"/>
                </a:lnTo>
                <a:lnTo>
                  <a:pt x="1719683" y="176234"/>
                </a:lnTo>
                <a:lnTo>
                  <a:pt x="1735523" y="182056"/>
                </a:lnTo>
                <a:lnTo>
                  <a:pt x="1749501" y="190300"/>
                </a:lnTo>
                <a:lnTo>
                  <a:pt x="1757168" y="197055"/>
                </a:lnTo>
                <a:lnTo>
                  <a:pt x="1600147" y="197055"/>
                </a:lnTo>
                <a:lnTo>
                  <a:pt x="1600147" y="329723"/>
                </a:lnTo>
                <a:lnTo>
                  <a:pt x="1759198" y="329723"/>
                </a:lnTo>
                <a:lnTo>
                  <a:pt x="1750061" y="339452"/>
                </a:lnTo>
                <a:lnTo>
                  <a:pt x="1731986" y="352289"/>
                </a:lnTo>
                <a:lnTo>
                  <a:pt x="1711684" y="361445"/>
                </a:lnTo>
                <a:lnTo>
                  <a:pt x="1689159" y="366930"/>
                </a:lnTo>
                <a:lnTo>
                  <a:pt x="1664417" y="368756"/>
                </a:lnTo>
                <a:close/>
              </a:path>
              <a:path w="1893569" h="375284">
                <a:moveTo>
                  <a:pt x="1729478" y="157962"/>
                </a:moveTo>
                <a:lnTo>
                  <a:pt x="1644370" y="157962"/>
                </a:lnTo>
                <a:lnTo>
                  <a:pt x="1661162" y="156891"/>
                </a:lnTo>
                <a:lnTo>
                  <a:pt x="1676066" y="153680"/>
                </a:lnTo>
                <a:lnTo>
                  <a:pt x="1709112" y="131444"/>
                </a:lnTo>
                <a:lnTo>
                  <a:pt x="1720815" y="92631"/>
                </a:lnTo>
                <a:lnTo>
                  <a:pt x="1716393" y="69122"/>
                </a:lnTo>
                <a:lnTo>
                  <a:pt x="1703126" y="52326"/>
                </a:lnTo>
                <a:lnTo>
                  <a:pt x="1681015" y="42246"/>
                </a:lnTo>
                <a:lnTo>
                  <a:pt x="1650059" y="38886"/>
                </a:lnTo>
                <a:lnTo>
                  <a:pt x="1751754" y="38886"/>
                </a:lnTo>
                <a:lnTo>
                  <a:pt x="1758740" y="50340"/>
                </a:lnTo>
                <a:lnTo>
                  <a:pt x="1763993" y="66459"/>
                </a:lnTo>
                <a:lnTo>
                  <a:pt x="1765745" y="84347"/>
                </a:lnTo>
                <a:lnTo>
                  <a:pt x="1764684" y="99398"/>
                </a:lnTo>
                <a:lnTo>
                  <a:pt x="1761500" y="113552"/>
                </a:lnTo>
                <a:lnTo>
                  <a:pt x="1756193" y="126738"/>
                </a:lnTo>
                <a:lnTo>
                  <a:pt x="1748764" y="138888"/>
                </a:lnTo>
                <a:lnTo>
                  <a:pt x="1739476" y="149643"/>
                </a:lnTo>
                <a:lnTo>
                  <a:pt x="1729478" y="157962"/>
                </a:lnTo>
                <a:close/>
              </a:path>
              <a:path w="1893569" h="375284">
                <a:moveTo>
                  <a:pt x="1759198" y="329723"/>
                </a:moveTo>
                <a:lnTo>
                  <a:pt x="1659110" y="329723"/>
                </a:lnTo>
                <a:lnTo>
                  <a:pt x="1677064" y="328600"/>
                </a:lnTo>
                <a:lnTo>
                  <a:pt x="1692889" y="325256"/>
                </a:lnTo>
                <a:lnTo>
                  <a:pt x="1727253" y="302341"/>
                </a:lnTo>
                <a:lnTo>
                  <a:pt x="1738770" y="262681"/>
                </a:lnTo>
                <a:lnTo>
                  <a:pt x="1733209" y="234103"/>
                </a:lnTo>
                <a:lnTo>
                  <a:pt x="1716526" y="213686"/>
                </a:lnTo>
                <a:lnTo>
                  <a:pt x="1688721" y="201434"/>
                </a:lnTo>
                <a:lnTo>
                  <a:pt x="1649794" y="197350"/>
                </a:lnTo>
                <a:lnTo>
                  <a:pt x="1600147" y="197055"/>
                </a:lnTo>
                <a:lnTo>
                  <a:pt x="1757168" y="197055"/>
                </a:lnTo>
                <a:lnTo>
                  <a:pt x="1782571" y="244674"/>
                </a:lnTo>
                <a:lnTo>
                  <a:pt x="1783956" y="262681"/>
                </a:lnTo>
                <a:lnTo>
                  <a:pt x="1781848" y="285332"/>
                </a:lnTo>
                <a:lnTo>
                  <a:pt x="1775493" y="305614"/>
                </a:lnTo>
                <a:lnTo>
                  <a:pt x="1764898" y="323652"/>
                </a:lnTo>
                <a:lnTo>
                  <a:pt x="1759198" y="329723"/>
                </a:lnTo>
                <a:close/>
              </a:path>
              <a:path w="1893569" h="375284">
                <a:moveTo>
                  <a:pt x="1893195" y="368756"/>
                </a:moveTo>
                <a:lnTo>
                  <a:pt x="1853424" y="368756"/>
                </a:lnTo>
                <a:lnTo>
                  <a:pt x="1853424" y="0"/>
                </a:lnTo>
                <a:lnTo>
                  <a:pt x="1893195" y="0"/>
                </a:lnTo>
                <a:lnTo>
                  <a:pt x="1893195" y="368756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16000" y="518268"/>
            <a:ext cx="5513705" cy="13728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850" spc="45">
                <a:solidFill>
                  <a:srgbClr val="000000"/>
                </a:solidFill>
              </a:rPr>
              <a:t>Tools</a:t>
            </a:r>
            <a:r>
              <a:rPr dirty="0" sz="8850" spc="-1200">
                <a:solidFill>
                  <a:srgbClr val="000000"/>
                </a:solidFill>
              </a:rPr>
              <a:t> </a:t>
            </a:r>
            <a:r>
              <a:rPr dirty="0" sz="8850" spc="325">
                <a:solidFill>
                  <a:srgbClr val="000000"/>
                </a:solidFill>
              </a:rPr>
              <a:t>Used</a:t>
            </a:r>
            <a:endParaRPr sz="8850"/>
          </a:p>
        </p:txBody>
      </p:sp>
      <p:sp>
        <p:nvSpPr>
          <p:cNvPr id="34" name="object 34" descr=""/>
          <p:cNvSpPr txBox="1"/>
          <p:nvPr/>
        </p:nvSpPr>
        <p:spPr>
          <a:xfrm>
            <a:off x="1040010" y="3407851"/>
            <a:ext cx="3276600" cy="3759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7400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latin typeface="Trebuchet MS"/>
                <a:cs typeface="Trebuchet MS"/>
              </a:rPr>
              <a:t>Excel</a:t>
            </a:r>
            <a:endParaRPr sz="6000">
              <a:latin typeface="Trebuchet MS"/>
              <a:cs typeface="Trebuchet MS"/>
            </a:endParaRPr>
          </a:p>
          <a:p>
            <a:pPr marL="12700" marR="5080" indent="84455">
              <a:lnSpc>
                <a:spcPct val="115700"/>
              </a:lnSpc>
              <a:spcBef>
                <a:spcPts val="3454"/>
              </a:spcBef>
            </a:pPr>
            <a:r>
              <a:rPr dirty="0" sz="2700" spc="-55" b="1">
                <a:latin typeface="Trebuchet MS"/>
                <a:cs typeface="Trebuchet MS"/>
              </a:rPr>
              <a:t>Initial</a:t>
            </a:r>
            <a:r>
              <a:rPr dirty="0" sz="2700" spc="-100" b="1">
                <a:latin typeface="Trebuchet MS"/>
                <a:cs typeface="Trebuchet MS"/>
              </a:rPr>
              <a:t> </a:t>
            </a:r>
            <a:r>
              <a:rPr dirty="0" sz="2700" spc="30" b="1">
                <a:latin typeface="Trebuchet MS"/>
                <a:cs typeface="Trebuchet MS"/>
              </a:rPr>
              <a:t>data </a:t>
            </a:r>
            <a:r>
              <a:rPr dirty="0" sz="2700" spc="-40" b="1">
                <a:latin typeface="Trebuchet MS"/>
                <a:cs typeface="Trebuchet MS"/>
              </a:rPr>
              <a:t>exploration,</a:t>
            </a:r>
            <a:r>
              <a:rPr dirty="0" sz="2700" spc="-125" b="1">
                <a:latin typeface="Trebuchet MS"/>
                <a:cs typeface="Trebuchet MS"/>
              </a:rPr>
              <a:t> </a:t>
            </a:r>
            <a:r>
              <a:rPr dirty="0" sz="2700" spc="60" b="1">
                <a:latin typeface="Trebuchet MS"/>
                <a:cs typeface="Trebuchet MS"/>
              </a:rPr>
              <a:t>missing values</a:t>
            </a:r>
            <a:r>
              <a:rPr dirty="0" sz="2700" spc="-150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handling, </a:t>
            </a:r>
            <a:r>
              <a:rPr dirty="0" sz="2700" b="1">
                <a:latin typeface="Trebuchet MS"/>
                <a:cs typeface="Trebuchet MS"/>
              </a:rPr>
              <a:t>pivot</a:t>
            </a:r>
            <a:r>
              <a:rPr dirty="0" sz="2700" spc="-145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analysis, charts.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404743" y="3415153"/>
            <a:ext cx="3075305" cy="327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latin typeface="Trebuchet MS"/>
                <a:cs typeface="Trebuchet MS"/>
              </a:rPr>
              <a:t>Tableau</a:t>
            </a:r>
            <a:endParaRPr sz="6000">
              <a:latin typeface="Trebuchet MS"/>
              <a:cs typeface="Trebuchet MS"/>
            </a:endParaRPr>
          </a:p>
          <a:p>
            <a:pPr marL="12700" marR="5080">
              <a:lnSpc>
                <a:spcPct val="115700"/>
              </a:lnSpc>
              <a:spcBef>
                <a:spcPts val="3395"/>
              </a:spcBef>
            </a:pPr>
            <a:r>
              <a:rPr dirty="0" sz="2700" spc="-10" b="1">
                <a:latin typeface="Trebuchet MS"/>
                <a:cs typeface="Trebuchet MS"/>
              </a:rPr>
              <a:t>Interactive </a:t>
            </a:r>
            <a:r>
              <a:rPr dirty="0" sz="2700" spc="70" b="1">
                <a:latin typeface="Trebuchet MS"/>
                <a:cs typeface="Trebuchet MS"/>
              </a:rPr>
              <a:t>dashboard</a:t>
            </a:r>
            <a:r>
              <a:rPr dirty="0" sz="2700" spc="-110" b="1">
                <a:latin typeface="Trebuchet MS"/>
                <a:cs typeface="Trebuchet MS"/>
              </a:rPr>
              <a:t> </a:t>
            </a:r>
            <a:r>
              <a:rPr dirty="0" sz="2700" spc="-20" b="1">
                <a:latin typeface="Trebuchet MS"/>
                <a:cs typeface="Trebuchet MS"/>
              </a:rPr>
              <a:t>with </a:t>
            </a:r>
            <a:r>
              <a:rPr dirty="0" sz="2700" spc="-85" b="1">
                <a:latin typeface="Trebuchet MS"/>
                <a:cs typeface="Trebuchet MS"/>
              </a:rPr>
              <a:t>filters,</a:t>
            </a:r>
            <a:r>
              <a:rPr dirty="0" sz="2700" spc="-80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parameters, </a:t>
            </a:r>
            <a:r>
              <a:rPr dirty="0" sz="2700" spc="75" b="1">
                <a:latin typeface="Trebuchet MS"/>
                <a:cs typeface="Trebuchet MS"/>
              </a:rPr>
              <a:t>and</a:t>
            </a:r>
            <a:r>
              <a:rPr dirty="0" sz="2700" spc="-150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actions.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4027346" y="3450476"/>
            <a:ext cx="3025140" cy="371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latin typeface="Trebuchet MS"/>
                <a:cs typeface="Trebuchet MS"/>
              </a:rPr>
              <a:t>Power</a:t>
            </a:r>
            <a:r>
              <a:rPr dirty="0" sz="6000" spc="-700">
                <a:latin typeface="Trebuchet MS"/>
                <a:cs typeface="Trebuchet MS"/>
              </a:rPr>
              <a:t> </a:t>
            </a:r>
            <a:r>
              <a:rPr dirty="0" sz="6000" spc="70">
                <a:latin typeface="Trebuchet MS"/>
                <a:cs typeface="Trebuchet MS"/>
              </a:rPr>
              <a:t>BI</a:t>
            </a:r>
            <a:endParaRPr sz="6000">
              <a:latin typeface="Trebuchet MS"/>
              <a:cs typeface="Trebuchet MS"/>
            </a:endParaRPr>
          </a:p>
          <a:p>
            <a:pPr marL="12700" marR="432434">
              <a:lnSpc>
                <a:spcPct val="115700"/>
              </a:lnSpc>
              <a:spcBef>
                <a:spcPts val="3120"/>
              </a:spcBef>
            </a:pPr>
            <a:r>
              <a:rPr dirty="0" sz="2700" b="1">
                <a:latin typeface="Trebuchet MS"/>
                <a:cs typeface="Trebuchet MS"/>
              </a:rPr>
              <a:t>Slicer-</a:t>
            </a:r>
            <a:r>
              <a:rPr dirty="0" sz="2700" spc="50" b="1">
                <a:latin typeface="Trebuchet MS"/>
                <a:cs typeface="Trebuchet MS"/>
              </a:rPr>
              <a:t>enabled </a:t>
            </a:r>
            <a:r>
              <a:rPr dirty="0" sz="2700" spc="-10" b="1">
                <a:latin typeface="Trebuchet MS"/>
                <a:cs typeface="Trebuchet MS"/>
              </a:rPr>
              <a:t>Interactive </a:t>
            </a:r>
            <a:r>
              <a:rPr dirty="0" sz="2700" spc="70" b="1">
                <a:latin typeface="Trebuchet MS"/>
                <a:cs typeface="Trebuchet MS"/>
              </a:rPr>
              <a:t>dashboard</a:t>
            </a:r>
            <a:r>
              <a:rPr dirty="0" sz="2700" spc="-110" b="1">
                <a:latin typeface="Trebuchet MS"/>
                <a:cs typeface="Trebuchet MS"/>
              </a:rPr>
              <a:t> </a:t>
            </a:r>
            <a:r>
              <a:rPr dirty="0" sz="2700" spc="-20" b="1">
                <a:latin typeface="Trebuchet MS"/>
                <a:cs typeface="Trebuchet MS"/>
              </a:rPr>
              <a:t>with </a:t>
            </a:r>
            <a:r>
              <a:rPr dirty="0" sz="2700" spc="-10" b="1">
                <a:latin typeface="Trebuchet MS"/>
                <a:cs typeface="Trebuchet MS"/>
              </a:rPr>
              <a:t>KPIs,</a:t>
            </a:r>
            <a:r>
              <a:rPr dirty="0" sz="2700" spc="-140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bar</a:t>
            </a:r>
            <a:r>
              <a:rPr dirty="0" sz="2700" spc="-140" b="1">
                <a:latin typeface="Trebuchet MS"/>
                <a:cs typeface="Trebuchet MS"/>
              </a:rPr>
              <a:t> </a:t>
            </a:r>
            <a:r>
              <a:rPr dirty="0" sz="2700" spc="-35" b="1">
                <a:latin typeface="Trebuchet MS"/>
                <a:cs typeface="Trebuchet MS"/>
              </a:rPr>
              <a:t>charts, </a:t>
            </a:r>
            <a:r>
              <a:rPr dirty="0" sz="2700" spc="130" b="1">
                <a:latin typeface="Trebuchet MS"/>
                <a:cs typeface="Trebuchet MS"/>
              </a:rPr>
              <a:t>DAX</a:t>
            </a:r>
            <a:r>
              <a:rPr dirty="0" sz="2700" spc="-150" b="1">
                <a:latin typeface="Trebuchet MS"/>
                <a:cs typeface="Trebuchet MS"/>
              </a:rPr>
              <a:t> </a:t>
            </a:r>
            <a:r>
              <a:rPr dirty="0" sz="2700" spc="55" b="1">
                <a:latin typeface="Trebuchet MS"/>
                <a:cs typeface="Trebuchet MS"/>
              </a:rPr>
              <a:t>measures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810687" y="3456771"/>
            <a:ext cx="2463800" cy="4119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2160">
              <a:lnSpc>
                <a:spcPct val="100000"/>
              </a:lnSpc>
              <a:spcBef>
                <a:spcPts val="100"/>
              </a:spcBef>
            </a:pPr>
            <a:r>
              <a:rPr dirty="0" sz="6000" spc="325">
                <a:latin typeface="Trebuchet MS"/>
                <a:cs typeface="Trebuchet MS"/>
              </a:rPr>
              <a:t>SQL</a:t>
            </a:r>
            <a:endParaRPr sz="6000">
              <a:latin typeface="Trebuchet MS"/>
              <a:cs typeface="Trebuchet MS"/>
            </a:endParaRPr>
          </a:p>
          <a:p>
            <a:pPr marL="12700" marR="5080">
              <a:lnSpc>
                <a:spcPct val="115700"/>
              </a:lnSpc>
              <a:spcBef>
                <a:spcPts val="2540"/>
              </a:spcBef>
            </a:pPr>
            <a:r>
              <a:rPr dirty="0" sz="2700" b="1">
                <a:latin typeface="Trebuchet MS"/>
                <a:cs typeface="Trebuchet MS"/>
              </a:rPr>
              <a:t>Querying</a:t>
            </a:r>
            <a:r>
              <a:rPr dirty="0" sz="2700" spc="85" b="1">
                <a:latin typeface="Trebuchet MS"/>
                <a:cs typeface="Trebuchet MS"/>
              </a:rPr>
              <a:t> </a:t>
            </a:r>
            <a:r>
              <a:rPr dirty="0" sz="2700" spc="40" b="1">
                <a:latin typeface="Trebuchet MS"/>
                <a:cs typeface="Trebuchet MS"/>
              </a:rPr>
              <a:t>large </a:t>
            </a:r>
            <a:r>
              <a:rPr dirty="0" sz="2700" spc="-10" b="1">
                <a:latin typeface="Trebuchet MS"/>
                <a:cs typeface="Trebuchet MS"/>
              </a:rPr>
              <a:t>dataset,</a:t>
            </a:r>
            <a:r>
              <a:rPr dirty="0" sz="2700" spc="-130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joins, </a:t>
            </a:r>
            <a:r>
              <a:rPr dirty="0" sz="2700" spc="80" b="1">
                <a:latin typeface="Trebuchet MS"/>
                <a:cs typeface="Trebuchet MS"/>
              </a:rPr>
              <a:t>group</a:t>
            </a:r>
            <a:r>
              <a:rPr dirty="0" sz="2700" spc="-130" b="1">
                <a:latin typeface="Trebuchet MS"/>
                <a:cs typeface="Trebuchet MS"/>
              </a:rPr>
              <a:t> </a:t>
            </a:r>
            <a:r>
              <a:rPr dirty="0" sz="2700" spc="40" b="1">
                <a:latin typeface="Trebuchet MS"/>
                <a:cs typeface="Trebuchet MS"/>
              </a:rPr>
              <a:t>by </a:t>
            </a:r>
            <a:r>
              <a:rPr dirty="0" sz="2700" spc="-10" b="1">
                <a:latin typeface="Trebuchet MS"/>
                <a:cs typeface="Trebuchet MS"/>
              </a:rPr>
              <a:t>(restaurants</a:t>
            </a:r>
            <a:r>
              <a:rPr dirty="0" sz="2700" spc="-155" b="1">
                <a:latin typeface="Trebuchet MS"/>
                <a:cs typeface="Trebuchet MS"/>
              </a:rPr>
              <a:t> </a:t>
            </a:r>
            <a:r>
              <a:rPr dirty="0" sz="2700" spc="40" b="1">
                <a:latin typeface="Trebuchet MS"/>
                <a:cs typeface="Trebuchet MS"/>
              </a:rPr>
              <a:t>by </a:t>
            </a:r>
            <a:r>
              <a:rPr dirty="0" sz="2700" spc="-85" b="1">
                <a:latin typeface="Trebuchet MS"/>
                <a:cs typeface="Trebuchet MS"/>
              </a:rPr>
              <a:t>year,</a:t>
            </a:r>
            <a:r>
              <a:rPr dirty="0" sz="2700" spc="-125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cuisines, countries)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460564" y="8115966"/>
            <a:ext cx="4266565" cy="2171065"/>
            <a:chOff x="13460564" y="8115966"/>
            <a:chExt cx="4266565" cy="21710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60564" y="8115966"/>
              <a:ext cx="4266482" cy="2158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42636" y="10106640"/>
              <a:ext cx="652687" cy="18035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04050" y="9577555"/>
              <a:ext cx="778700" cy="70944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21736" y="8519288"/>
              <a:ext cx="945744" cy="71242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460552" y="8115973"/>
              <a:ext cx="4266565" cy="2159000"/>
            </a:xfrm>
            <a:custGeom>
              <a:avLst/>
              <a:gdLst/>
              <a:ahLst/>
              <a:cxnLst/>
              <a:rect l="l" t="t" r="r" b="b"/>
              <a:pathLst>
                <a:path w="4266565" h="2159000">
                  <a:moveTo>
                    <a:pt x="4266489" y="1054100"/>
                  </a:moveTo>
                  <a:lnTo>
                    <a:pt x="4264774" y="1003300"/>
                  </a:lnTo>
                  <a:lnTo>
                    <a:pt x="4259351" y="952500"/>
                  </a:lnTo>
                  <a:lnTo>
                    <a:pt x="4250233" y="914400"/>
                  </a:lnTo>
                  <a:lnTo>
                    <a:pt x="4237444" y="863600"/>
                  </a:lnTo>
                  <a:lnTo>
                    <a:pt x="4221010" y="825500"/>
                  </a:lnTo>
                  <a:lnTo>
                    <a:pt x="4200982" y="787400"/>
                  </a:lnTo>
                  <a:lnTo>
                    <a:pt x="4177360" y="749300"/>
                  </a:lnTo>
                  <a:lnTo>
                    <a:pt x="4150195" y="711200"/>
                  </a:lnTo>
                  <a:lnTo>
                    <a:pt x="4118902" y="673100"/>
                  </a:lnTo>
                  <a:lnTo>
                    <a:pt x="4084294" y="635000"/>
                  </a:lnTo>
                  <a:lnTo>
                    <a:pt x="4046664" y="609600"/>
                  </a:lnTo>
                  <a:lnTo>
                    <a:pt x="4006265" y="584200"/>
                  </a:lnTo>
                  <a:lnTo>
                    <a:pt x="3963352" y="571500"/>
                  </a:lnTo>
                  <a:lnTo>
                    <a:pt x="3918204" y="546100"/>
                  </a:lnTo>
                  <a:lnTo>
                    <a:pt x="3871087" y="533400"/>
                  </a:lnTo>
                  <a:lnTo>
                    <a:pt x="3857536" y="529932"/>
                  </a:lnTo>
                  <a:lnTo>
                    <a:pt x="3857536" y="1041400"/>
                  </a:lnTo>
                  <a:lnTo>
                    <a:pt x="3853891" y="1092200"/>
                  </a:lnTo>
                  <a:lnTo>
                    <a:pt x="3839895" y="1130300"/>
                  </a:lnTo>
                  <a:lnTo>
                    <a:pt x="3818432" y="1181100"/>
                  </a:lnTo>
                  <a:lnTo>
                    <a:pt x="3791064" y="1219200"/>
                  </a:lnTo>
                  <a:lnTo>
                    <a:pt x="3759187" y="1257300"/>
                  </a:lnTo>
                  <a:lnTo>
                    <a:pt x="3724186" y="1295400"/>
                  </a:lnTo>
                  <a:lnTo>
                    <a:pt x="3650437" y="1371600"/>
                  </a:lnTo>
                  <a:lnTo>
                    <a:pt x="3612654" y="1409700"/>
                  </a:lnTo>
                  <a:lnTo>
                    <a:pt x="3574199" y="1435100"/>
                  </a:lnTo>
                  <a:lnTo>
                    <a:pt x="3535083" y="1473200"/>
                  </a:lnTo>
                  <a:lnTo>
                    <a:pt x="3495344" y="1498600"/>
                  </a:lnTo>
                  <a:lnTo>
                    <a:pt x="3454971" y="1536700"/>
                  </a:lnTo>
                  <a:lnTo>
                    <a:pt x="3372472" y="1587500"/>
                  </a:lnTo>
                  <a:lnTo>
                    <a:pt x="3287712" y="1638300"/>
                  </a:lnTo>
                  <a:lnTo>
                    <a:pt x="3244545" y="1676400"/>
                  </a:lnTo>
                  <a:lnTo>
                    <a:pt x="3156686" y="1727200"/>
                  </a:lnTo>
                  <a:lnTo>
                    <a:pt x="3112046" y="1739900"/>
                  </a:lnTo>
                  <a:lnTo>
                    <a:pt x="2975495" y="1816100"/>
                  </a:lnTo>
                  <a:lnTo>
                    <a:pt x="2929166" y="1828800"/>
                  </a:lnTo>
                  <a:lnTo>
                    <a:pt x="2882455" y="1854200"/>
                  </a:lnTo>
                  <a:lnTo>
                    <a:pt x="2835376" y="1866900"/>
                  </a:lnTo>
                  <a:lnTo>
                    <a:pt x="2787967" y="1892300"/>
                  </a:lnTo>
                  <a:lnTo>
                    <a:pt x="2643873" y="1930400"/>
                  </a:lnTo>
                  <a:lnTo>
                    <a:pt x="2595283" y="1955800"/>
                  </a:lnTo>
                  <a:lnTo>
                    <a:pt x="2497378" y="1981200"/>
                  </a:lnTo>
                  <a:lnTo>
                    <a:pt x="2448102" y="1981200"/>
                  </a:lnTo>
                  <a:lnTo>
                    <a:pt x="2299182" y="2019300"/>
                  </a:lnTo>
                  <a:lnTo>
                    <a:pt x="2249233" y="2019300"/>
                  </a:lnTo>
                  <a:lnTo>
                    <a:pt x="2192464" y="2032000"/>
                  </a:lnTo>
                  <a:lnTo>
                    <a:pt x="2083549" y="2032000"/>
                  </a:lnTo>
                  <a:lnTo>
                    <a:pt x="2031314" y="2044700"/>
                  </a:lnTo>
                  <a:lnTo>
                    <a:pt x="1980501" y="2044700"/>
                  </a:lnTo>
                  <a:lnTo>
                    <a:pt x="2014054" y="2006600"/>
                  </a:lnTo>
                  <a:lnTo>
                    <a:pt x="2048040" y="1968500"/>
                  </a:lnTo>
                  <a:lnTo>
                    <a:pt x="2082431" y="1930400"/>
                  </a:lnTo>
                  <a:lnTo>
                    <a:pt x="2117229" y="1892300"/>
                  </a:lnTo>
                  <a:lnTo>
                    <a:pt x="2152446" y="1866900"/>
                  </a:lnTo>
                  <a:lnTo>
                    <a:pt x="2188070" y="1828800"/>
                  </a:lnTo>
                  <a:lnTo>
                    <a:pt x="2224100" y="1790700"/>
                  </a:lnTo>
                  <a:lnTo>
                    <a:pt x="2260523" y="1752600"/>
                  </a:lnTo>
                  <a:lnTo>
                    <a:pt x="2297328" y="1727200"/>
                  </a:lnTo>
                  <a:lnTo>
                    <a:pt x="2334539" y="1689100"/>
                  </a:lnTo>
                  <a:lnTo>
                    <a:pt x="2372131" y="1663700"/>
                  </a:lnTo>
                  <a:lnTo>
                    <a:pt x="2410091" y="1625600"/>
                  </a:lnTo>
                  <a:lnTo>
                    <a:pt x="2448445" y="1600200"/>
                  </a:lnTo>
                  <a:lnTo>
                    <a:pt x="2487168" y="1562100"/>
                  </a:lnTo>
                  <a:lnTo>
                    <a:pt x="2526258" y="1536700"/>
                  </a:lnTo>
                  <a:lnTo>
                    <a:pt x="2565717" y="1498600"/>
                  </a:lnTo>
                  <a:lnTo>
                    <a:pt x="2645714" y="1447800"/>
                  </a:lnTo>
                  <a:lnTo>
                    <a:pt x="2686240" y="1409700"/>
                  </a:lnTo>
                  <a:lnTo>
                    <a:pt x="2727121" y="1384300"/>
                  </a:lnTo>
                  <a:lnTo>
                    <a:pt x="2851810" y="1308100"/>
                  </a:lnTo>
                  <a:lnTo>
                    <a:pt x="2894050" y="1270000"/>
                  </a:lnTo>
                  <a:lnTo>
                    <a:pt x="3066250" y="1168400"/>
                  </a:lnTo>
                  <a:lnTo>
                    <a:pt x="3110103" y="1155700"/>
                  </a:lnTo>
                  <a:lnTo>
                    <a:pt x="3288538" y="1054100"/>
                  </a:lnTo>
                  <a:lnTo>
                    <a:pt x="3333889" y="1041400"/>
                  </a:lnTo>
                  <a:lnTo>
                    <a:pt x="3425469" y="990600"/>
                  </a:lnTo>
                  <a:lnTo>
                    <a:pt x="3475926" y="977900"/>
                  </a:lnTo>
                  <a:lnTo>
                    <a:pt x="3528415" y="952500"/>
                  </a:lnTo>
                  <a:lnTo>
                    <a:pt x="3687876" y="914400"/>
                  </a:lnTo>
                  <a:lnTo>
                    <a:pt x="3733279" y="914400"/>
                  </a:lnTo>
                  <a:lnTo>
                    <a:pt x="3774694" y="927100"/>
                  </a:lnTo>
                  <a:lnTo>
                    <a:pt x="3834269" y="965200"/>
                  </a:lnTo>
                  <a:lnTo>
                    <a:pt x="3850944" y="1003300"/>
                  </a:lnTo>
                  <a:lnTo>
                    <a:pt x="3857536" y="1041400"/>
                  </a:lnTo>
                  <a:lnTo>
                    <a:pt x="3857536" y="529932"/>
                  </a:lnTo>
                  <a:lnTo>
                    <a:pt x="3771963" y="508000"/>
                  </a:lnTo>
                  <a:lnTo>
                    <a:pt x="3668128" y="508000"/>
                  </a:lnTo>
                  <a:lnTo>
                    <a:pt x="3613277" y="520700"/>
                  </a:lnTo>
                  <a:lnTo>
                    <a:pt x="3559645" y="520700"/>
                  </a:lnTo>
                  <a:lnTo>
                    <a:pt x="3455886" y="546100"/>
                  </a:lnTo>
                  <a:lnTo>
                    <a:pt x="3405733" y="571500"/>
                  </a:lnTo>
                  <a:lnTo>
                    <a:pt x="3308743" y="596900"/>
                  </a:lnTo>
                  <a:lnTo>
                    <a:pt x="3215703" y="647700"/>
                  </a:lnTo>
                  <a:lnTo>
                    <a:pt x="3169780" y="660400"/>
                  </a:lnTo>
                  <a:lnTo>
                    <a:pt x="3033395" y="736600"/>
                  </a:lnTo>
                  <a:lnTo>
                    <a:pt x="2988411" y="749300"/>
                  </a:lnTo>
                  <a:lnTo>
                    <a:pt x="2767241" y="876300"/>
                  </a:lnTo>
                  <a:lnTo>
                    <a:pt x="2595054" y="977900"/>
                  </a:lnTo>
                  <a:lnTo>
                    <a:pt x="2552700" y="1016000"/>
                  </a:lnTo>
                  <a:lnTo>
                    <a:pt x="2427351" y="1092200"/>
                  </a:lnTo>
                  <a:lnTo>
                    <a:pt x="2386152" y="1130300"/>
                  </a:lnTo>
                  <a:lnTo>
                    <a:pt x="2345245" y="1155700"/>
                  </a:lnTo>
                  <a:lnTo>
                    <a:pt x="2304656" y="1193800"/>
                  </a:lnTo>
                  <a:lnTo>
                    <a:pt x="2264372" y="1219200"/>
                  </a:lnTo>
                  <a:lnTo>
                    <a:pt x="2224392" y="1257300"/>
                  </a:lnTo>
                  <a:lnTo>
                    <a:pt x="2184730" y="1282700"/>
                  </a:lnTo>
                  <a:lnTo>
                    <a:pt x="2146376" y="1320800"/>
                  </a:lnTo>
                  <a:lnTo>
                    <a:pt x="2108403" y="1346200"/>
                  </a:lnTo>
                  <a:lnTo>
                    <a:pt x="2070798" y="1384300"/>
                  </a:lnTo>
                  <a:lnTo>
                    <a:pt x="2033562" y="1409700"/>
                  </a:lnTo>
                  <a:lnTo>
                    <a:pt x="1996706" y="1447800"/>
                  </a:lnTo>
                  <a:lnTo>
                    <a:pt x="1960245" y="1485900"/>
                  </a:lnTo>
                  <a:lnTo>
                    <a:pt x="1924151" y="1511300"/>
                  </a:lnTo>
                  <a:lnTo>
                    <a:pt x="1888451" y="1549400"/>
                  </a:lnTo>
                  <a:lnTo>
                    <a:pt x="1853145" y="1587500"/>
                  </a:lnTo>
                  <a:lnTo>
                    <a:pt x="1818233" y="1612900"/>
                  </a:lnTo>
                  <a:lnTo>
                    <a:pt x="1783715" y="1651000"/>
                  </a:lnTo>
                  <a:lnTo>
                    <a:pt x="1749602" y="1689100"/>
                  </a:lnTo>
                  <a:lnTo>
                    <a:pt x="1715884" y="1727200"/>
                  </a:lnTo>
                  <a:lnTo>
                    <a:pt x="1682572" y="1765300"/>
                  </a:lnTo>
                  <a:lnTo>
                    <a:pt x="1649666" y="1803400"/>
                  </a:lnTo>
                  <a:lnTo>
                    <a:pt x="1617179" y="1841500"/>
                  </a:lnTo>
                  <a:lnTo>
                    <a:pt x="1585099" y="1879600"/>
                  </a:lnTo>
                  <a:lnTo>
                    <a:pt x="1553438" y="1917700"/>
                  </a:lnTo>
                  <a:lnTo>
                    <a:pt x="1522196" y="1955800"/>
                  </a:lnTo>
                  <a:lnTo>
                    <a:pt x="1477111" y="1930400"/>
                  </a:lnTo>
                  <a:lnTo>
                    <a:pt x="1434261" y="1905000"/>
                  </a:lnTo>
                  <a:lnTo>
                    <a:pt x="1393850" y="1879600"/>
                  </a:lnTo>
                  <a:lnTo>
                    <a:pt x="1356042" y="1841500"/>
                  </a:lnTo>
                  <a:lnTo>
                    <a:pt x="1321041" y="1816100"/>
                  </a:lnTo>
                  <a:lnTo>
                    <a:pt x="1289037" y="1778000"/>
                  </a:lnTo>
                  <a:lnTo>
                    <a:pt x="1260195" y="1739900"/>
                  </a:lnTo>
                  <a:lnTo>
                    <a:pt x="1234732" y="1714500"/>
                  </a:lnTo>
                  <a:lnTo>
                    <a:pt x="1208760" y="1663700"/>
                  </a:lnTo>
                  <a:lnTo>
                    <a:pt x="1187018" y="1612900"/>
                  </a:lnTo>
                  <a:lnTo>
                    <a:pt x="1169543" y="1562100"/>
                  </a:lnTo>
                  <a:lnTo>
                    <a:pt x="1156335" y="1511300"/>
                  </a:lnTo>
                  <a:lnTo>
                    <a:pt x="1147419" y="1460500"/>
                  </a:lnTo>
                  <a:lnTo>
                    <a:pt x="1169758" y="1447800"/>
                  </a:lnTo>
                  <a:lnTo>
                    <a:pt x="1192060" y="1447800"/>
                  </a:lnTo>
                  <a:lnTo>
                    <a:pt x="1236497" y="1422400"/>
                  </a:lnTo>
                  <a:lnTo>
                    <a:pt x="1334998" y="1397000"/>
                  </a:lnTo>
                  <a:lnTo>
                    <a:pt x="1383157" y="1371600"/>
                  </a:lnTo>
                  <a:lnTo>
                    <a:pt x="1477162" y="1320800"/>
                  </a:lnTo>
                  <a:lnTo>
                    <a:pt x="1522920" y="1308100"/>
                  </a:lnTo>
                  <a:lnTo>
                    <a:pt x="1567827" y="1282700"/>
                  </a:lnTo>
                  <a:lnTo>
                    <a:pt x="1611833" y="1244600"/>
                  </a:lnTo>
                  <a:lnTo>
                    <a:pt x="1654911" y="1219200"/>
                  </a:lnTo>
                  <a:lnTo>
                    <a:pt x="1697024" y="1193800"/>
                  </a:lnTo>
                  <a:lnTo>
                    <a:pt x="1738147" y="1168400"/>
                  </a:lnTo>
                  <a:lnTo>
                    <a:pt x="1778241" y="1130300"/>
                  </a:lnTo>
                  <a:lnTo>
                    <a:pt x="1797761" y="1117600"/>
                  </a:lnTo>
                  <a:lnTo>
                    <a:pt x="1817268" y="1104900"/>
                  </a:lnTo>
                  <a:lnTo>
                    <a:pt x="1855216" y="1066800"/>
                  </a:lnTo>
                  <a:lnTo>
                    <a:pt x="1892033" y="1028700"/>
                  </a:lnTo>
                  <a:lnTo>
                    <a:pt x="1927707" y="1003300"/>
                  </a:lnTo>
                  <a:lnTo>
                    <a:pt x="1939188" y="990600"/>
                  </a:lnTo>
                  <a:lnTo>
                    <a:pt x="1962175" y="965200"/>
                  </a:lnTo>
                  <a:lnTo>
                    <a:pt x="1995436" y="927100"/>
                  </a:lnTo>
                  <a:lnTo>
                    <a:pt x="2027440" y="889000"/>
                  </a:lnTo>
                  <a:lnTo>
                    <a:pt x="2058149" y="850900"/>
                  </a:lnTo>
                  <a:lnTo>
                    <a:pt x="2087549" y="800100"/>
                  </a:lnTo>
                  <a:lnTo>
                    <a:pt x="2115604" y="762000"/>
                  </a:lnTo>
                  <a:lnTo>
                    <a:pt x="2145868" y="711200"/>
                  </a:lnTo>
                  <a:lnTo>
                    <a:pt x="2171890" y="660400"/>
                  </a:lnTo>
                  <a:lnTo>
                    <a:pt x="2193645" y="622300"/>
                  </a:lnTo>
                  <a:lnTo>
                    <a:pt x="2211120" y="571500"/>
                  </a:lnTo>
                  <a:lnTo>
                    <a:pt x="2224303" y="520700"/>
                  </a:lnTo>
                  <a:lnTo>
                    <a:pt x="2233206" y="469900"/>
                  </a:lnTo>
                  <a:lnTo>
                    <a:pt x="2237803" y="431800"/>
                  </a:lnTo>
                  <a:lnTo>
                    <a:pt x="2237943" y="406400"/>
                  </a:lnTo>
                  <a:lnTo>
                    <a:pt x="2238095" y="381000"/>
                  </a:lnTo>
                  <a:lnTo>
                    <a:pt x="2234057" y="342900"/>
                  </a:lnTo>
                  <a:lnTo>
                    <a:pt x="2225700" y="292100"/>
                  </a:lnTo>
                  <a:lnTo>
                    <a:pt x="2213000" y="254000"/>
                  </a:lnTo>
                  <a:lnTo>
                    <a:pt x="2195957" y="215900"/>
                  </a:lnTo>
                  <a:lnTo>
                    <a:pt x="2174557" y="177800"/>
                  </a:lnTo>
                  <a:lnTo>
                    <a:pt x="2148802" y="139700"/>
                  </a:lnTo>
                  <a:lnTo>
                    <a:pt x="2116137" y="101600"/>
                  </a:lnTo>
                  <a:lnTo>
                    <a:pt x="2079434" y="76200"/>
                  </a:lnTo>
                  <a:lnTo>
                    <a:pt x="2039162" y="50800"/>
                  </a:lnTo>
                  <a:lnTo>
                    <a:pt x="1995805" y="25400"/>
                  </a:lnTo>
                  <a:lnTo>
                    <a:pt x="1949856" y="12700"/>
                  </a:lnTo>
                  <a:lnTo>
                    <a:pt x="1901786" y="0"/>
                  </a:lnTo>
                  <a:lnTo>
                    <a:pt x="1830324" y="0"/>
                  </a:lnTo>
                  <a:lnTo>
                    <a:pt x="1830324" y="406400"/>
                  </a:lnTo>
                  <a:lnTo>
                    <a:pt x="1827568" y="419100"/>
                  </a:lnTo>
                  <a:lnTo>
                    <a:pt x="1818513" y="457200"/>
                  </a:lnTo>
                  <a:lnTo>
                    <a:pt x="1801482" y="495300"/>
                  </a:lnTo>
                  <a:lnTo>
                    <a:pt x="1774736" y="546100"/>
                  </a:lnTo>
                  <a:lnTo>
                    <a:pt x="1745767" y="584200"/>
                  </a:lnTo>
                  <a:lnTo>
                    <a:pt x="1714969" y="622300"/>
                  </a:lnTo>
                  <a:lnTo>
                    <a:pt x="1682445" y="660400"/>
                  </a:lnTo>
                  <a:lnTo>
                    <a:pt x="1648244" y="698500"/>
                  </a:lnTo>
                  <a:lnTo>
                    <a:pt x="1612455" y="736600"/>
                  </a:lnTo>
                  <a:lnTo>
                    <a:pt x="1575168" y="774700"/>
                  </a:lnTo>
                  <a:lnTo>
                    <a:pt x="1536433" y="800100"/>
                  </a:lnTo>
                  <a:lnTo>
                    <a:pt x="1496364" y="838200"/>
                  </a:lnTo>
                  <a:lnTo>
                    <a:pt x="1455013" y="863600"/>
                  </a:lnTo>
                  <a:lnTo>
                    <a:pt x="1412455" y="889000"/>
                  </a:lnTo>
                  <a:lnTo>
                    <a:pt x="1368793" y="914400"/>
                  </a:lnTo>
                  <a:lnTo>
                    <a:pt x="1324076" y="939800"/>
                  </a:lnTo>
                  <a:lnTo>
                    <a:pt x="1278407" y="965200"/>
                  </a:lnTo>
                  <a:lnTo>
                    <a:pt x="1231836" y="990600"/>
                  </a:lnTo>
                  <a:lnTo>
                    <a:pt x="1252054" y="952500"/>
                  </a:lnTo>
                  <a:lnTo>
                    <a:pt x="1274241" y="914400"/>
                  </a:lnTo>
                  <a:lnTo>
                    <a:pt x="1298384" y="876300"/>
                  </a:lnTo>
                  <a:lnTo>
                    <a:pt x="1324483" y="838200"/>
                  </a:lnTo>
                  <a:lnTo>
                    <a:pt x="1352524" y="800100"/>
                  </a:lnTo>
                  <a:lnTo>
                    <a:pt x="1382509" y="762000"/>
                  </a:lnTo>
                  <a:lnTo>
                    <a:pt x="1414424" y="723900"/>
                  </a:lnTo>
                  <a:lnTo>
                    <a:pt x="1448269" y="685800"/>
                  </a:lnTo>
                  <a:lnTo>
                    <a:pt x="1484020" y="647700"/>
                  </a:lnTo>
                  <a:lnTo>
                    <a:pt x="1521688" y="609600"/>
                  </a:lnTo>
                  <a:lnTo>
                    <a:pt x="1561261" y="571500"/>
                  </a:lnTo>
                  <a:lnTo>
                    <a:pt x="1602727" y="533400"/>
                  </a:lnTo>
                  <a:lnTo>
                    <a:pt x="1646072" y="495300"/>
                  </a:lnTo>
                  <a:lnTo>
                    <a:pt x="1759127" y="419100"/>
                  </a:lnTo>
                  <a:lnTo>
                    <a:pt x="1795259" y="406400"/>
                  </a:lnTo>
                  <a:lnTo>
                    <a:pt x="1830324" y="406400"/>
                  </a:lnTo>
                  <a:lnTo>
                    <a:pt x="1830324" y="0"/>
                  </a:lnTo>
                  <a:lnTo>
                    <a:pt x="1749666" y="0"/>
                  </a:lnTo>
                  <a:lnTo>
                    <a:pt x="1645742" y="25400"/>
                  </a:lnTo>
                  <a:lnTo>
                    <a:pt x="1596694" y="38100"/>
                  </a:lnTo>
                  <a:lnTo>
                    <a:pt x="1550466" y="63500"/>
                  </a:lnTo>
                  <a:lnTo>
                    <a:pt x="1506778" y="88900"/>
                  </a:lnTo>
                  <a:lnTo>
                    <a:pt x="1465300" y="114300"/>
                  </a:lnTo>
                  <a:lnTo>
                    <a:pt x="1425765" y="152400"/>
                  </a:lnTo>
                  <a:lnTo>
                    <a:pt x="1387843" y="177800"/>
                  </a:lnTo>
                  <a:lnTo>
                    <a:pt x="1344460" y="215900"/>
                  </a:lnTo>
                  <a:lnTo>
                    <a:pt x="1302499" y="254000"/>
                  </a:lnTo>
                  <a:lnTo>
                    <a:pt x="1261999" y="292100"/>
                  </a:lnTo>
                  <a:lnTo>
                    <a:pt x="1222933" y="330200"/>
                  </a:lnTo>
                  <a:lnTo>
                    <a:pt x="1185329" y="368300"/>
                  </a:lnTo>
                  <a:lnTo>
                    <a:pt x="1149172" y="406400"/>
                  </a:lnTo>
                  <a:lnTo>
                    <a:pt x="1114475" y="444500"/>
                  </a:lnTo>
                  <a:lnTo>
                    <a:pt x="1081252" y="482600"/>
                  </a:lnTo>
                  <a:lnTo>
                    <a:pt x="1049489" y="520700"/>
                  </a:lnTo>
                  <a:lnTo>
                    <a:pt x="1019213" y="558800"/>
                  </a:lnTo>
                  <a:lnTo>
                    <a:pt x="990409" y="596900"/>
                  </a:lnTo>
                  <a:lnTo>
                    <a:pt x="963091" y="635000"/>
                  </a:lnTo>
                  <a:lnTo>
                    <a:pt x="937260" y="685800"/>
                  </a:lnTo>
                  <a:lnTo>
                    <a:pt x="912926" y="723900"/>
                  </a:lnTo>
                  <a:lnTo>
                    <a:pt x="890092" y="762000"/>
                  </a:lnTo>
                  <a:lnTo>
                    <a:pt x="868756" y="800100"/>
                  </a:lnTo>
                  <a:lnTo>
                    <a:pt x="848931" y="850900"/>
                  </a:lnTo>
                  <a:lnTo>
                    <a:pt x="830618" y="889000"/>
                  </a:lnTo>
                  <a:lnTo>
                    <a:pt x="813816" y="927100"/>
                  </a:lnTo>
                  <a:lnTo>
                    <a:pt x="798080" y="977900"/>
                  </a:lnTo>
                  <a:lnTo>
                    <a:pt x="784059" y="1016000"/>
                  </a:lnTo>
                  <a:lnTo>
                    <a:pt x="771766" y="1066800"/>
                  </a:lnTo>
                  <a:lnTo>
                    <a:pt x="761174" y="1104900"/>
                  </a:lnTo>
                  <a:lnTo>
                    <a:pt x="711225" y="1117600"/>
                  </a:lnTo>
                  <a:lnTo>
                    <a:pt x="611416" y="1117600"/>
                  </a:lnTo>
                  <a:lnTo>
                    <a:pt x="561708" y="1104900"/>
                  </a:lnTo>
                  <a:lnTo>
                    <a:pt x="512229" y="1104900"/>
                  </a:lnTo>
                  <a:lnTo>
                    <a:pt x="463042" y="1092200"/>
                  </a:lnTo>
                  <a:lnTo>
                    <a:pt x="414223" y="1092200"/>
                  </a:lnTo>
                  <a:lnTo>
                    <a:pt x="318020" y="1066800"/>
                  </a:lnTo>
                  <a:lnTo>
                    <a:pt x="270776" y="1041400"/>
                  </a:lnTo>
                  <a:lnTo>
                    <a:pt x="135445" y="1041400"/>
                  </a:lnTo>
                  <a:lnTo>
                    <a:pt x="95135" y="1066800"/>
                  </a:lnTo>
                  <a:lnTo>
                    <a:pt x="59829" y="1092200"/>
                  </a:lnTo>
                  <a:lnTo>
                    <a:pt x="31076" y="1130300"/>
                  </a:lnTo>
                  <a:lnTo>
                    <a:pt x="10452" y="1168400"/>
                  </a:lnTo>
                  <a:lnTo>
                    <a:pt x="0" y="1219200"/>
                  </a:lnTo>
                  <a:lnTo>
                    <a:pt x="228" y="1257300"/>
                  </a:lnTo>
                  <a:lnTo>
                    <a:pt x="10375" y="1308100"/>
                  </a:lnTo>
                  <a:lnTo>
                    <a:pt x="29705" y="1346200"/>
                  </a:lnTo>
                  <a:lnTo>
                    <a:pt x="57467" y="1384300"/>
                  </a:lnTo>
                  <a:lnTo>
                    <a:pt x="92887" y="1409700"/>
                  </a:lnTo>
                  <a:lnTo>
                    <a:pt x="135255" y="1435100"/>
                  </a:lnTo>
                  <a:lnTo>
                    <a:pt x="382282" y="1498600"/>
                  </a:lnTo>
                  <a:lnTo>
                    <a:pt x="433057" y="1498600"/>
                  </a:lnTo>
                  <a:lnTo>
                    <a:pt x="484174" y="1511300"/>
                  </a:lnTo>
                  <a:lnTo>
                    <a:pt x="535597" y="1511300"/>
                  </a:lnTo>
                  <a:lnTo>
                    <a:pt x="587286" y="1524000"/>
                  </a:lnTo>
                  <a:lnTo>
                    <a:pt x="743496" y="1524000"/>
                  </a:lnTo>
                  <a:lnTo>
                    <a:pt x="751243" y="1574800"/>
                  </a:lnTo>
                  <a:lnTo>
                    <a:pt x="761149" y="1612900"/>
                  </a:lnTo>
                  <a:lnTo>
                    <a:pt x="773226" y="1663700"/>
                  </a:lnTo>
                  <a:lnTo>
                    <a:pt x="787450" y="1714500"/>
                  </a:lnTo>
                  <a:lnTo>
                    <a:pt x="803808" y="1752600"/>
                  </a:lnTo>
                  <a:lnTo>
                    <a:pt x="822312" y="1803400"/>
                  </a:lnTo>
                  <a:lnTo>
                    <a:pt x="842949" y="1841500"/>
                  </a:lnTo>
                  <a:lnTo>
                    <a:pt x="865708" y="1892300"/>
                  </a:lnTo>
                  <a:lnTo>
                    <a:pt x="890587" y="1930400"/>
                  </a:lnTo>
                  <a:lnTo>
                    <a:pt x="916825" y="1968500"/>
                  </a:lnTo>
                  <a:lnTo>
                    <a:pt x="945007" y="2006600"/>
                  </a:lnTo>
                  <a:lnTo>
                    <a:pt x="975067" y="2044700"/>
                  </a:lnTo>
                  <a:lnTo>
                    <a:pt x="1006944" y="2082800"/>
                  </a:lnTo>
                  <a:lnTo>
                    <a:pt x="1040599" y="2108200"/>
                  </a:lnTo>
                  <a:lnTo>
                    <a:pt x="1075969" y="2146300"/>
                  </a:lnTo>
                  <a:lnTo>
                    <a:pt x="1100823" y="2159000"/>
                  </a:lnTo>
                  <a:lnTo>
                    <a:pt x="3184182" y="2159000"/>
                  </a:lnTo>
                  <a:lnTo>
                    <a:pt x="3216046" y="2146300"/>
                  </a:lnTo>
                  <a:lnTo>
                    <a:pt x="3261233" y="2120900"/>
                  </a:lnTo>
                  <a:lnTo>
                    <a:pt x="3306064" y="2108200"/>
                  </a:lnTo>
                  <a:lnTo>
                    <a:pt x="3416325" y="2044700"/>
                  </a:lnTo>
                  <a:lnTo>
                    <a:pt x="3438144" y="2032000"/>
                  </a:lnTo>
                  <a:lnTo>
                    <a:pt x="3566363" y="1955800"/>
                  </a:lnTo>
                  <a:lnTo>
                    <a:pt x="3608171" y="1917700"/>
                  </a:lnTo>
                  <a:lnTo>
                    <a:pt x="3690340" y="1866900"/>
                  </a:lnTo>
                  <a:lnTo>
                    <a:pt x="3730675" y="1828800"/>
                  </a:lnTo>
                  <a:lnTo>
                    <a:pt x="3809733" y="1778000"/>
                  </a:lnTo>
                  <a:lnTo>
                    <a:pt x="3848443" y="1739900"/>
                  </a:lnTo>
                  <a:lnTo>
                    <a:pt x="3886593" y="1701800"/>
                  </a:lnTo>
                  <a:lnTo>
                    <a:pt x="3924160" y="1676400"/>
                  </a:lnTo>
                  <a:lnTo>
                    <a:pt x="3956774" y="1638300"/>
                  </a:lnTo>
                  <a:lnTo>
                    <a:pt x="3989692" y="1612900"/>
                  </a:lnTo>
                  <a:lnTo>
                    <a:pt x="4022547" y="1574800"/>
                  </a:lnTo>
                  <a:lnTo>
                    <a:pt x="4054932" y="1549400"/>
                  </a:lnTo>
                  <a:lnTo>
                    <a:pt x="4086479" y="1511300"/>
                  </a:lnTo>
                  <a:lnTo>
                    <a:pt x="4116794" y="1473200"/>
                  </a:lnTo>
                  <a:lnTo>
                    <a:pt x="4145521" y="1422400"/>
                  </a:lnTo>
                  <a:lnTo>
                    <a:pt x="4172254" y="1384300"/>
                  </a:lnTo>
                  <a:lnTo>
                    <a:pt x="4196626" y="1333500"/>
                  </a:lnTo>
                  <a:lnTo>
                    <a:pt x="4218241" y="1282700"/>
                  </a:lnTo>
                  <a:lnTo>
                    <a:pt x="4235551" y="1244600"/>
                  </a:lnTo>
                  <a:lnTo>
                    <a:pt x="4249013" y="1193800"/>
                  </a:lnTo>
                  <a:lnTo>
                    <a:pt x="4258627" y="1143000"/>
                  </a:lnTo>
                  <a:lnTo>
                    <a:pt x="4264444" y="1092200"/>
                  </a:lnTo>
                  <a:lnTo>
                    <a:pt x="4266489" y="105410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4108659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4642059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5175458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5708858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6242258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9886" y="6775659"/>
            <a:ext cx="114300" cy="1142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224761" y="2895809"/>
            <a:ext cx="5083175" cy="4140200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3000" spc="-10" b="1">
                <a:latin typeface="Trebuchet MS"/>
                <a:cs typeface="Trebuchet MS"/>
              </a:rPr>
              <a:t>Dataset: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2100"/>
              </a:spcBef>
            </a:pPr>
            <a:r>
              <a:rPr dirty="0" sz="3000" b="1">
                <a:latin typeface="Trebuchet MS"/>
                <a:cs typeface="Trebuchet MS"/>
              </a:rPr>
              <a:t>Total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Restaurants: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9,551</a:t>
            </a:r>
            <a:endParaRPr sz="3000">
              <a:latin typeface="Trebuchet MS"/>
              <a:cs typeface="Trebuchet MS"/>
            </a:endParaRPr>
          </a:p>
          <a:p>
            <a:pPr marL="659765" marR="478790">
              <a:lnSpc>
                <a:spcPts val="4200"/>
              </a:lnSpc>
              <a:spcBef>
                <a:spcPts val="240"/>
              </a:spcBef>
            </a:pPr>
            <a:r>
              <a:rPr dirty="0" sz="3000" b="1">
                <a:latin typeface="Trebuchet MS"/>
                <a:cs typeface="Trebuchet MS"/>
              </a:rPr>
              <a:t>Total</a:t>
            </a:r>
            <a:r>
              <a:rPr dirty="0" sz="3000" spc="-105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Cuisines:</a:t>
            </a:r>
            <a:r>
              <a:rPr dirty="0" sz="3000" spc="-10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250 </a:t>
            </a:r>
            <a:r>
              <a:rPr dirty="0" sz="3000" b="1">
                <a:latin typeface="Trebuchet MS"/>
                <a:cs typeface="Trebuchet MS"/>
              </a:rPr>
              <a:t>Total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Votes: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1.5M+ </a:t>
            </a:r>
            <a:r>
              <a:rPr dirty="0" sz="3000" b="1">
                <a:latin typeface="Trebuchet MS"/>
                <a:cs typeface="Trebuchet MS"/>
              </a:rPr>
              <a:t>Countries</a:t>
            </a:r>
            <a:r>
              <a:rPr dirty="0" sz="3000" spc="-11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Covered:</a:t>
            </a:r>
            <a:r>
              <a:rPr dirty="0" sz="3000" spc="-105" b="1">
                <a:latin typeface="Trebuchet MS"/>
                <a:cs typeface="Trebuchet MS"/>
              </a:rPr>
              <a:t> </a:t>
            </a:r>
            <a:r>
              <a:rPr dirty="0" sz="3000" spc="-170" b="1">
                <a:latin typeface="Trebuchet MS"/>
                <a:cs typeface="Trebuchet MS"/>
              </a:rPr>
              <a:t>15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360"/>
              </a:spcBef>
            </a:pPr>
            <a:r>
              <a:rPr dirty="0" sz="3000" b="1">
                <a:latin typeface="Trebuchet MS"/>
                <a:cs typeface="Trebuchet MS"/>
              </a:rPr>
              <a:t>Cities</a:t>
            </a:r>
            <a:r>
              <a:rPr dirty="0" sz="3000" spc="-1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Covered:</a:t>
            </a:r>
            <a:r>
              <a:rPr dirty="0" sz="3000" spc="-180" b="1">
                <a:latin typeface="Trebuchet MS"/>
                <a:cs typeface="Trebuchet MS"/>
              </a:rPr>
              <a:t> </a:t>
            </a:r>
            <a:r>
              <a:rPr dirty="0" sz="3000" spc="-285" b="1">
                <a:latin typeface="Trebuchet MS"/>
                <a:cs typeface="Trebuchet MS"/>
              </a:rPr>
              <a:t>141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dirty="0" sz="3000" spc="65" b="1">
                <a:latin typeface="Trebuchet MS"/>
                <a:cs typeface="Trebuchet MS"/>
              </a:rPr>
              <a:t>Data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50" b="1">
                <a:latin typeface="Trebuchet MS"/>
                <a:cs typeface="Trebuchet MS"/>
              </a:rPr>
              <a:t>period: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90" b="1">
                <a:latin typeface="Trebuchet MS"/>
                <a:cs typeface="Trebuchet MS"/>
              </a:rPr>
              <a:t>2010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670" b="1">
                <a:latin typeface="Trebuchet MS"/>
                <a:cs typeface="Trebuchet MS"/>
              </a:rPr>
              <a:t>–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40" b="1">
                <a:latin typeface="Trebuchet MS"/>
                <a:cs typeface="Trebuchet MS"/>
              </a:rPr>
              <a:t>2018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0808117" y="2605535"/>
            <a:ext cx="6116320" cy="5076190"/>
            <a:chOff x="10808117" y="2605535"/>
            <a:chExt cx="6116320" cy="5076190"/>
          </a:xfrm>
        </p:grpSpPr>
        <p:sp>
          <p:nvSpPr>
            <p:cNvPr id="16" name="object 16" descr=""/>
            <p:cNvSpPr/>
            <p:nvPr/>
          </p:nvSpPr>
          <p:spPr>
            <a:xfrm>
              <a:off x="13327673" y="5565589"/>
              <a:ext cx="1945005" cy="455295"/>
            </a:xfrm>
            <a:custGeom>
              <a:avLst/>
              <a:gdLst/>
              <a:ahLst/>
              <a:cxnLst/>
              <a:rect l="l" t="t" r="r" b="b"/>
              <a:pathLst>
                <a:path w="1945005" h="455295">
                  <a:moveTo>
                    <a:pt x="1249058" y="454765"/>
                  </a:moveTo>
                  <a:lnTo>
                    <a:pt x="699973" y="454155"/>
                  </a:lnTo>
                  <a:lnTo>
                    <a:pt x="301783" y="441497"/>
                  </a:lnTo>
                  <a:lnTo>
                    <a:pt x="113168" y="360727"/>
                  </a:lnTo>
                  <a:lnTo>
                    <a:pt x="25148" y="210272"/>
                  </a:lnTo>
                  <a:lnTo>
                    <a:pt x="0" y="65055"/>
                  </a:lnTo>
                  <a:lnTo>
                    <a:pt x="0" y="0"/>
                  </a:lnTo>
                  <a:lnTo>
                    <a:pt x="1726901" y="0"/>
                  </a:lnTo>
                  <a:lnTo>
                    <a:pt x="1944846" y="447079"/>
                  </a:lnTo>
                  <a:lnTo>
                    <a:pt x="1735271" y="450136"/>
                  </a:lnTo>
                  <a:lnTo>
                    <a:pt x="1249058" y="454765"/>
                  </a:lnTo>
                  <a:close/>
                </a:path>
              </a:pathLst>
            </a:custGeom>
            <a:solidFill>
              <a:srgbClr val="F5F5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08117" y="2605535"/>
              <a:ext cx="6116243" cy="507600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16000" y="698810"/>
            <a:ext cx="722566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-85"/>
              <a:t>Data</a:t>
            </a:r>
            <a:r>
              <a:rPr dirty="0" sz="9000" spc="-1245"/>
              <a:t> </a:t>
            </a:r>
            <a:r>
              <a:rPr dirty="0" sz="9000" spc="-70"/>
              <a:t>O</a:t>
            </a:r>
            <a:r>
              <a:rPr dirty="0" sz="9000" spc="-80"/>
              <a:t>ve</a:t>
            </a:r>
            <a:r>
              <a:rPr dirty="0" sz="9000" spc="-145"/>
              <a:t>r</a:t>
            </a:r>
            <a:r>
              <a:rPr dirty="0" sz="9000" spc="-80"/>
              <a:t>v</a:t>
            </a:r>
            <a:r>
              <a:rPr dirty="0" sz="9000" spc="-215"/>
              <a:t>i</a:t>
            </a:r>
            <a:r>
              <a:rPr dirty="0" sz="9000" spc="-80"/>
              <a:t>e</a:t>
            </a:r>
            <a:r>
              <a:rPr dirty="0" sz="9000" spc="305"/>
              <a:t>w</a:t>
            </a:r>
            <a:endParaRPr sz="9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2662698"/>
            <a:ext cx="114300" cy="1142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062" y="3191335"/>
            <a:ext cx="123824" cy="123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3729497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062" y="4258135"/>
            <a:ext cx="123824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4062" y="4791535"/>
            <a:ext cx="123824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5329697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4062" y="5858335"/>
            <a:ext cx="123824" cy="1238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4062" y="6391735"/>
            <a:ext cx="123824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6929897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4062" y="7458535"/>
            <a:ext cx="123824" cy="123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24062" y="7991935"/>
            <a:ext cx="123824" cy="123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24062" y="8525335"/>
            <a:ext cx="123824" cy="1238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663700" y="2364247"/>
            <a:ext cx="10283825" cy="6426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-10" b="1">
                <a:latin typeface="Trebuchet MS"/>
                <a:cs typeface="Trebuchet MS"/>
              </a:rPr>
              <a:t>Excel: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dirty="0" sz="3000" spc="65" b="1">
                <a:latin typeface="Trebuchet MS"/>
                <a:cs typeface="Trebuchet MS"/>
              </a:rPr>
              <a:t>Data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cleaning,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65" b="1">
                <a:latin typeface="Trebuchet MS"/>
                <a:cs typeface="Trebuchet MS"/>
              </a:rPr>
              <a:t>basic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pivot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tables,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85" b="1">
                <a:latin typeface="Trebuchet MS"/>
                <a:cs typeface="Trebuchet MS"/>
              </a:rPr>
              <a:t>initial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trend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checks.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20" b="1">
                <a:latin typeface="Trebuchet MS"/>
                <a:cs typeface="Trebuchet MS"/>
              </a:rPr>
              <a:t>SQL: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Trebuchet MS"/>
                <a:cs typeface="Trebuchet MS"/>
              </a:rPr>
              <a:t>Queries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50" b="1">
                <a:latin typeface="Trebuchet MS"/>
                <a:cs typeface="Trebuchet MS"/>
              </a:rPr>
              <a:t>applied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to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extract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insights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dirty="0" sz="3000" spc="85" b="1">
                <a:latin typeface="Trebuchet MS"/>
                <a:cs typeface="Trebuchet MS"/>
              </a:rPr>
              <a:t>Focus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35" b="1">
                <a:latin typeface="Trebuchet MS"/>
                <a:cs typeface="Trebuchet MS"/>
              </a:rPr>
              <a:t>areas: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cuisines,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-40" b="1">
                <a:latin typeface="Trebuchet MS"/>
                <a:cs typeface="Trebuchet MS"/>
              </a:rPr>
              <a:t>countries,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yearly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growth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trends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60" b="1">
                <a:latin typeface="Trebuchet MS"/>
                <a:cs typeface="Trebuchet MS"/>
              </a:rPr>
              <a:t>Power</a:t>
            </a:r>
            <a:r>
              <a:rPr dirty="0" sz="3000" spc="-175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BI:</a:t>
            </a:r>
            <a:endParaRPr sz="3000">
              <a:latin typeface="Trebuchet MS"/>
              <a:cs typeface="Trebuchet MS"/>
            </a:endParaRPr>
          </a:p>
          <a:p>
            <a:pPr marL="659765" marR="1942464">
              <a:lnSpc>
                <a:spcPts val="4200"/>
              </a:lnSpc>
              <a:spcBef>
                <a:spcPts val="240"/>
              </a:spcBef>
            </a:pPr>
            <a:r>
              <a:rPr dirty="0" sz="3000" b="1">
                <a:latin typeface="Trebuchet MS"/>
                <a:cs typeface="Trebuchet MS"/>
              </a:rPr>
              <a:t>Built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85" b="1">
                <a:latin typeface="Trebuchet MS"/>
                <a:cs typeface="Trebuchet MS"/>
              </a:rPr>
              <a:t>dashboards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to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visualize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key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metrics </a:t>
            </a:r>
            <a:r>
              <a:rPr dirty="0" sz="3000" spc="125" b="1">
                <a:latin typeface="Trebuchet MS"/>
                <a:cs typeface="Trebuchet MS"/>
              </a:rPr>
              <a:t>Added</a:t>
            </a:r>
            <a:r>
              <a:rPr dirty="0" sz="3000" spc="-95" b="1">
                <a:latin typeface="Trebuchet MS"/>
                <a:cs typeface="Trebuchet MS"/>
              </a:rPr>
              <a:t> </a:t>
            </a:r>
            <a:r>
              <a:rPr dirty="0" sz="3000" spc="-55" b="1">
                <a:latin typeface="Trebuchet MS"/>
                <a:cs typeface="Trebuchet MS"/>
              </a:rPr>
              <a:t>interactivity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for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deeper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exploration.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 spc="-10" b="1">
                <a:latin typeface="Trebuchet MS"/>
                <a:cs typeface="Trebuchet MS"/>
              </a:rPr>
              <a:t>Tableau:</a:t>
            </a:r>
            <a:endParaRPr sz="3000">
              <a:latin typeface="Trebuchet MS"/>
              <a:cs typeface="Trebuchet MS"/>
            </a:endParaRPr>
          </a:p>
          <a:p>
            <a:pPr marL="659765" marR="2571115">
              <a:lnSpc>
                <a:spcPts val="4200"/>
              </a:lnSpc>
              <a:spcBef>
                <a:spcPts val="240"/>
              </a:spcBef>
            </a:pPr>
            <a:r>
              <a:rPr dirty="0" sz="3000" b="1">
                <a:latin typeface="Trebuchet MS"/>
                <a:cs typeface="Trebuchet MS"/>
              </a:rPr>
              <a:t>Created visually</a:t>
            </a:r>
            <a:r>
              <a:rPr dirty="0" sz="3000" spc="5" b="1">
                <a:latin typeface="Trebuchet MS"/>
                <a:cs typeface="Trebuchet MS"/>
              </a:rPr>
              <a:t> </a:t>
            </a:r>
            <a:r>
              <a:rPr dirty="0" sz="3000" spc="70" b="1">
                <a:latin typeface="Trebuchet MS"/>
                <a:cs typeface="Trebuchet MS"/>
              </a:rPr>
              <a:t>appealing</a:t>
            </a:r>
            <a:r>
              <a:rPr dirty="0" sz="3000" spc="5" b="1">
                <a:latin typeface="Trebuchet MS"/>
                <a:cs typeface="Trebuchet MS"/>
              </a:rPr>
              <a:t> </a:t>
            </a:r>
            <a:r>
              <a:rPr dirty="0" sz="3000" spc="75" b="1">
                <a:latin typeface="Trebuchet MS"/>
                <a:cs typeface="Trebuchet MS"/>
              </a:rPr>
              <a:t>dashboards </a:t>
            </a:r>
            <a:r>
              <a:rPr dirty="0" sz="3000" spc="105" b="1">
                <a:latin typeface="Trebuchet MS"/>
                <a:cs typeface="Trebuchet MS"/>
              </a:rPr>
              <a:t>Designed</a:t>
            </a:r>
            <a:r>
              <a:rPr dirty="0" sz="3000" spc="-105" b="1">
                <a:latin typeface="Trebuchet MS"/>
                <a:cs typeface="Trebuchet MS"/>
              </a:rPr>
              <a:t> </a:t>
            </a:r>
            <a:r>
              <a:rPr dirty="0" sz="3000" spc="-25" b="1">
                <a:latin typeface="Trebuchet MS"/>
                <a:cs typeface="Trebuchet MS"/>
              </a:rPr>
              <a:t>for</a:t>
            </a:r>
            <a:r>
              <a:rPr dirty="0" sz="3000" spc="-10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storytelling</a:t>
            </a:r>
            <a:r>
              <a:rPr dirty="0" sz="3000" spc="-10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with: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360"/>
              </a:spcBef>
            </a:pPr>
            <a:r>
              <a:rPr dirty="0" sz="3000" spc="-90" b="1">
                <a:latin typeface="Trebuchet MS"/>
                <a:cs typeface="Trebuchet MS"/>
              </a:rPr>
              <a:t>Filters,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spc="70" b="1">
                <a:latin typeface="Trebuchet MS"/>
                <a:cs typeface="Trebuchet MS"/>
              </a:rPr>
              <a:t>KPI</a:t>
            </a:r>
            <a:r>
              <a:rPr dirty="0" sz="3000" spc="-135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cards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80802" y="1030446"/>
            <a:ext cx="4016435" cy="3904035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16000" y="705374"/>
            <a:ext cx="394589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90"/>
              <a:t>Process</a:t>
            </a:r>
            <a:endParaRPr sz="9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54929" y="818861"/>
            <a:ext cx="876300" cy="966469"/>
            <a:chOff x="15354929" y="818861"/>
            <a:chExt cx="876300" cy="966469"/>
          </a:xfrm>
        </p:grpSpPr>
        <p:sp>
          <p:nvSpPr>
            <p:cNvPr id="3" name="object 3" descr=""/>
            <p:cNvSpPr/>
            <p:nvPr/>
          </p:nvSpPr>
          <p:spPr>
            <a:xfrm>
              <a:off x="15648689" y="841155"/>
              <a:ext cx="244475" cy="245745"/>
            </a:xfrm>
            <a:custGeom>
              <a:avLst/>
              <a:gdLst/>
              <a:ahLst/>
              <a:cxnLst/>
              <a:rect l="l" t="t" r="r" b="b"/>
              <a:pathLst>
                <a:path w="244475" h="245744">
                  <a:moveTo>
                    <a:pt x="243969" y="245227"/>
                  </a:moveTo>
                  <a:lnTo>
                    <a:pt x="0" y="245227"/>
                  </a:lnTo>
                  <a:lnTo>
                    <a:pt x="0" y="0"/>
                  </a:lnTo>
                  <a:lnTo>
                    <a:pt x="243969" y="245227"/>
                  </a:lnTo>
                  <a:close/>
                </a:path>
              </a:pathLst>
            </a:custGeom>
            <a:solidFill>
              <a:srgbClr val="211F1F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526704" y="818861"/>
              <a:ext cx="704850" cy="966469"/>
            </a:xfrm>
            <a:custGeom>
              <a:avLst/>
              <a:gdLst/>
              <a:ahLst/>
              <a:cxnLst/>
              <a:rect l="l" t="t" r="r" b="b"/>
              <a:pathLst>
                <a:path w="704850" h="966469">
                  <a:moveTo>
                    <a:pt x="639798" y="966046"/>
                  </a:moveTo>
                  <a:lnTo>
                    <a:pt x="64726" y="966046"/>
                  </a:lnTo>
                  <a:lnTo>
                    <a:pt x="39909" y="960860"/>
                  </a:lnTo>
                  <a:lnTo>
                    <a:pt x="19293" y="946849"/>
                  </a:lnTo>
                  <a:lnTo>
                    <a:pt x="5212" y="926336"/>
                  </a:lnTo>
                  <a:lnTo>
                    <a:pt x="0" y="901643"/>
                  </a:lnTo>
                  <a:lnTo>
                    <a:pt x="0" y="64403"/>
                  </a:lnTo>
                  <a:lnTo>
                    <a:pt x="5212" y="39710"/>
                  </a:lnTo>
                  <a:lnTo>
                    <a:pt x="19293" y="19197"/>
                  </a:lnTo>
                  <a:lnTo>
                    <a:pt x="39909" y="5186"/>
                  </a:lnTo>
                  <a:lnTo>
                    <a:pt x="64726" y="0"/>
                  </a:lnTo>
                  <a:lnTo>
                    <a:pt x="463044" y="0"/>
                  </a:lnTo>
                  <a:lnTo>
                    <a:pt x="704525" y="242750"/>
                  </a:lnTo>
                  <a:lnTo>
                    <a:pt x="704525" y="901643"/>
                  </a:lnTo>
                  <a:lnTo>
                    <a:pt x="699312" y="926336"/>
                  </a:lnTo>
                  <a:lnTo>
                    <a:pt x="685231" y="946849"/>
                  </a:lnTo>
                  <a:lnTo>
                    <a:pt x="664615" y="960860"/>
                  </a:lnTo>
                  <a:lnTo>
                    <a:pt x="639798" y="966046"/>
                  </a:lnTo>
                  <a:close/>
                </a:path>
              </a:pathLst>
            </a:custGeom>
            <a:solidFill>
              <a:srgbClr val="0F7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989749" y="818861"/>
              <a:ext cx="241935" cy="243204"/>
            </a:xfrm>
            <a:custGeom>
              <a:avLst/>
              <a:gdLst/>
              <a:ahLst/>
              <a:cxnLst/>
              <a:rect l="l" t="t" r="r" b="b"/>
              <a:pathLst>
                <a:path w="241934" h="243205">
                  <a:moveTo>
                    <a:pt x="241480" y="242750"/>
                  </a:moveTo>
                  <a:lnTo>
                    <a:pt x="0" y="242750"/>
                  </a:lnTo>
                  <a:lnTo>
                    <a:pt x="0" y="0"/>
                  </a:lnTo>
                  <a:lnTo>
                    <a:pt x="241480" y="242750"/>
                  </a:lnTo>
                  <a:close/>
                </a:path>
              </a:pathLst>
            </a:custGeom>
            <a:solidFill>
              <a:srgbClr val="211F1F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7418" y="960053"/>
              <a:ext cx="415925" cy="230504"/>
            </a:xfrm>
            <a:custGeom>
              <a:avLst/>
              <a:gdLst/>
              <a:ahLst/>
              <a:cxnLst/>
              <a:rect l="l" t="t" r="r" b="b"/>
              <a:pathLst>
                <a:path w="415925" h="230505">
                  <a:moveTo>
                    <a:pt x="380891" y="230364"/>
                  </a:moveTo>
                  <a:lnTo>
                    <a:pt x="37342" y="230364"/>
                  </a:lnTo>
                  <a:lnTo>
                    <a:pt x="23105" y="227346"/>
                  </a:lnTo>
                  <a:lnTo>
                    <a:pt x="11202" y="219218"/>
                  </a:lnTo>
                  <a:lnTo>
                    <a:pt x="3034" y="207374"/>
                  </a:lnTo>
                  <a:lnTo>
                    <a:pt x="0" y="193209"/>
                  </a:lnTo>
                  <a:lnTo>
                    <a:pt x="0" y="37155"/>
                  </a:lnTo>
                  <a:lnTo>
                    <a:pt x="3034" y="22990"/>
                  </a:lnTo>
                  <a:lnTo>
                    <a:pt x="11202" y="11146"/>
                  </a:lnTo>
                  <a:lnTo>
                    <a:pt x="23105" y="3018"/>
                  </a:lnTo>
                  <a:lnTo>
                    <a:pt x="37342" y="0"/>
                  </a:lnTo>
                  <a:lnTo>
                    <a:pt x="378402" y="0"/>
                  </a:lnTo>
                  <a:lnTo>
                    <a:pt x="392639" y="3018"/>
                  </a:lnTo>
                  <a:lnTo>
                    <a:pt x="404541" y="11146"/>
                  </a:lnTo>
                  <a:lnTo>
                    <a:pt x="412710" y="22990"/>
                  </a:lnTo>
                  <a:lnTo>
                    <a:pt x="415744" y="37155"/>
                  </a:lnTo>
                  <a:lnTo>
                    <a:pt x="415744" y="195686"/>
                  </a:lnTo>
                  <a:lnTo>
                    <a:pt x="414149" y="209464"/>
                  </a:lnTo>
                  <a:lnTo>
                    <a:pt x="406720" y="220456"/>
                  </a:lnTo>
                  <a:lnTo>
                    <a:pt x="395089" y="227733"/>
                  </a:lnTo>
                  <a:lnTo>
                    <a:pt x="380891" y="2303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4929" y="957576"/>
              <a:ext cx="421005" cy="238125"/>
            </a:xfrm>
            <a:custGeom>
              <a:avLst/>
              <a:gdLst/>
              <a:ahLst/>
              <a:cxnLst/>
              <a:rect l="l" t="t" r="r" b="b"/>
              <a:pathLst>
                <a:path w="421005" h="238125">
                  <a:moveTo>
                    <a:pt x="383381" y="237796"/>
                  </a:moveTo>
                  <a:lnTo>
                    <a:pt x="39831" y="237796"/>
                  </a:lnTo>
                  <a:lnTo>
                    <a:pt x="24155" y="234738"/>
                  </a:lnTo>
                  <a:lnTo>
                    <a:pt x="11513" y="226339"/>
                  </a:lnTo>
                  <a:lnTo>
                    <a:pt x="3072" y="213761"/>
                  </a:lnTo>
                  <a:lnTo>
                    <a:pt x="0" y="198163"/>
                  </a:lnTo>
                  <a:lnTo>
                    <a:pt x="0" y="39632"/>
                  </a:lnTo>
                  <a:lnTo>
                    <a:pt x="3072" y="24035"/>
                  </a:lnTo>
                  <a:lnTo>
                    <a:pt x="11513" y="11456"/>
                  </a:lnTo>
                  <a:lnTo>
                    <a:pt x="24155" y="3057"/>
                  </a:lnTo>
                  <a:lnTo>
                    <a:pt x="39831" y="0"/>
                  </a:lnTo>
                  <a:lnTo>
                    <a:pt x="380891" y="0"/>
                  </a:lnTo>
                  <a:lnTo>
                    <a:pt x="396567" y="3057"/>
                  </a:lnTo>
                  <a:lnTo>
                    <a:pt x="399422" y="4954"/>
                  </a:lnTo>
                  <a:lnTo>
                    <a:pt x="39831" y="4954"/>
                  </a:lnTo>
                  <a:lnTo>
                    <a:pt x="25984" y="7585"/>
                  </a:lnTo>
                  <a:lnTo>
                    <a:pt x="14936" y="14862"/>
                  </a:lnTo>
                  <a:lnTo>
                    <a:pt x="7624" y="25854"/>
                  </a:lnTo>
                  <a:lnTo>
                    <a:pt x="4978" y="39632"/>
                  </a:lnTo>
                  <a:lnTo>
                    <a:pt x="4978" y="198163"/>
                  </a:lnTo>
                  <a:lnTo>
                    <a:pt x="7624" y="211941"/>
                  </a:lnTo>
                  <a:lnTo>
                    <a:pt x="14936" y="222933"/>
                  </a:lnTo>
                  <a:lnTo>
                    <a:pt x="25984" y="230210"/>
                  </a:lnTo>
                  <a:lnTo>
                    <a:pt x="39831" y="232842"/>
                  </a:lnTo>
                  <a:lnTo>
                    <a:pt x="400120" y="232842"/>
                  </a:lnTo>
                  <a:lnTo>
                    <a:pt x="397968" y="234390"/>
                  </a:lnTo>
                  <a:lnTo>
                    <a:pt x="383381" y="237796"/>
                  </a:lnTo>
                  <a:close/>
                </a:path>
                <a:path w="421005" h="238125">
                  <a:moveTo>
                    <a:pt x="400120" y="232842"/>
                  </a:moveTo>
                  <a:lnTo>
                    <a:pt x="380891" y="232842"/>
                  </a:lnTo>
                  <a:lnTo>
                    <a:pt x="394739" y="230210"/>
                  </a:lnTo>
                  <a:lnTo>
                    <a:pt x="405786" y="222933"/>
                  </a:lnTo>
                  <a:lnTo>
                    <a:pt x="413099" y="211941"/>
                  </a:lnTo>
                  <a:lnTo>
                    <a:pt x="415744" y="198163"/>
                  </a:lnTo>
                  <a:lnTo>
                    <a:pt x="415744" y="39632"/>
                  </a:lnTo>
                  <a:lnTo>
                    <a:pt x="413099" y="25854"/>
                  </a:lnTo>
                  <a:lnTo>
                    <a:pt x="405786" y="14862"/>
                  </a:lnTo>
                  <a:lnTo>
                    <a:pt x="394739" y="7585"/>
                  </a:lnTo>
                  <a:lnTo>
                    <a:pt x="380891" y="4954"/>
                  </a:lnTo>
                  <a:lnTo>
                    <a:pt x="399422" y="4954"/>
                  </a:lnTo>
                  <a:lnTo>
                    <a:pt x="409209" y="11456"/>
                  </a:lnTo>
                  <a:lnTo>
                    <a:pt x="417650" y="24035"/>
                  </a:lnTo>
                  <a:lnTo>
                    <a:pt x="420723" y="39632"/>
                  </a:lnTo>
                  <a:lnTo>
                    <a:pt x="420723" y="198163"/>
                  </a:lnTo>
                  <a:lnTo>
                    <a:pt x="418845" y="211941"/>
                  </a:lnTo>
                  <a:lnTo>
                    <a:pt x="418739" y="212716"/>
                  </a:lnTo>
                  <a:lnTo>
                    <a:pt x="410454" y="225410"/>
                  </a:lnTo>
                  <a:lnTo>
                    <a:pt x="400120" y="232842"/>
                  </a:lnTo>
                  <a:close/>
                </a:path>
              </a:pathLst>
            </a:custGeom>
            <a:solidFill>
              <a:srgbClr val="0F7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42061" y="1024456"/>
              <a:ext cx="248948" cy="10403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643708" y="1324190"/>
              <a:ext cx="470534" cy="309880"/>
            </a:xfrm>
            <a:custGeom>
              <a:avLst/>
              <a:gdLst/>
              <a:ahLst/>
              <a:cxnLst/>
              <a:rect l="l" t="t" r="r" b="b"/>
              <a:pathLst>
                <a:path w="470534" h="309880">
                  <a:moveTo>
                    <a:pt x="214096" y="250177"/>
                  </a:moveTo>
                  <a:lnTo>
                    <a:pt x="0" y="250177"/>
                  </a:lnTo>
                  <a:lnTo>
                    <a:pt x="0" y="309626"/>
                  </a:lnTo>
                  <a:lnTo>
                    <a:pt x="214096" y="309626"/>
                  </a:lnTo>
                  <a:lnTo>
                    <a:pt x="214096" y="250177"/>
                  </a:lnTo>
                  <a:close/>
                </a:path>
                <a:path w="470534" h="309880">
                  <a:moveTo>
                    <a:pt x="214096" y="123850"/>
                  </a:moveTo>
                  <a:lnTo>
                    <a:pt x="0" y="123850"/>
                  </a:lnTo>
                  <a:lnTo>
                    <a:pt x="0" y="183299"/>
                  </a:lnTo>
                  <a:lnTo>
                    <a:pt x="214096" y="183299"/>
                  </a:lnTo>
                  <a:lnTo>
                    <a:pt x="214096" y="123850"/>
                  </a:lnTo>
                  <a:close/>
                </a:path>
                <a:path w="470534" h="309880">
                  <a:moveTo>
                    <a:pt x="214096" y="0"/>
                  </a:moveTo>
                  <a:lnTo>
                    <a:pt x="0" y="0"/>
                  </a:lnTo>
                  <a:lnTo>
                    <a:pt x="0" y="59448"/>
                  </a:lnTo>
                  <a:lnTo>
                    <a:pt x="214096" y="59448"/>
                  </a:lnTo>
                  <a:lnTo>
                    <a:pt x="214096" y="0"/>
                  </a:lnTo>
                  <a:close/>
                </a:path>
                <a:path w="470534" h="309880">
                  <a:moveTo>
                    <a:pt x="470509" y="250177"/>
                  </a:moveTo>
                  <a:lnTo>
                    <a:pt x="256413" y="250177"/>
                  </a:lnTo>
                  <a:lnTo>
                    <a:pt x="256413" y="309626"/>
                  </a:lnTo>
                  <a:lnTo>
                    <a:pt x="470509" y="309626"/>
                  </a:lnTo>
                  <a:lnTo>
                    <a:pt x="470509" y="250177"/>
                  </a:lnTo>
                  <a:close/>
                </a:path>
                <a:path w="470534" h="309880">
                  <a:moveTo>
                    <a:pt x="470509" y="123850"/>
                  </a:moveTo>
                  <a:lnTo>
                    <a:pt x="256413" y="123850"/>
                  </a:lnTo>
                  <a:lnTo>
                    <a:pt x="256413" y="183299"/>
                  </a:lnTo>
                  <a:lnTo>
                    <a:pt x="470509" y="183299"/>
                  </a:lnTo>
                  <a:lnTo>
                    <a:pt x="470509" y="123850"/>
                  </a:lnTo>
                  <a:close/>
                </a:path>
                <a:path w="470534" h="309880">
                  <a:moveTo>
                    <a:pt x="470509" y="0"/>
                  </a:moveTo>
                  <a:lnTo>
                    <a:pt x="256413" y="0"/>
                  </a:lnTo>
                  <a:lnTo>
                    <a:pt x="256413" y="59448"/>
                  </a:lnTo>
                  <a:lnTo>
                    <a:pt x="470509" y="59448"/>
                  </a:lnTo>
                  <a:lnTo>
                    <a:pt x="470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928" y="2365177"/>
            <a:ext cx="16783049" cy="60197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509010">
              <a:lnSpc>
                <a:spcPct val="100000"/>
              </a:lnSpc>
              <a:spcBef>
                <a:spcPts val="90"/>
              </a:spcBef>
            </a:pPr>
            <a:r>
              <a:rPr dirty="0" sz="10050" spc="-55"/>
              <a:t>Excel</a:t>
            </a:r>
            <a:r>
              <a:rPr dirty="0" sz="10050" spc="-1385"/>
              <a:t> </a:t>
            </a:r>
            <a:r>
              <a:rPr dirty="0" sz="10050" spc="40"/>
              <a:t>D</a:t>
            </a:r>
            <a:r>
              <a:rPr dirty="0" sz="10050"/>
              <a:t>a</a:t>
            </a:r>
            <a:r>
              <a:rPr dirty="0" sz="10050" spc="55"/>
              <a:t>s</a:t>
            </a:r>
            <a:r>
              <a:rPr dirty="0" sz="10050" spc="10"/>
              <a:t>h</a:t>
            </a:r>
            <a:r>
              <a:rPr dirty="0" sz="10050" spc="25"/>
              <a:t>bo</a:t>
            </a:r>
            <a:r>
              <a:rPr dirty="0" sz="10050"/>
              <a:t>a</a:t>
            </a:r>
            <a:r>
              <a:rPr dirty="0" sz="10050" spc="-55"/>
              <a:t>r</a:t>
            </a:r>
            <a:r>
              <a:rPr dirty="0" sz="10050" spc="445"/>
              <a:t>d</a:t>
            </a:r>
            <a:endParaRPr sz="10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0252" y="1791484"/>
            <a:ext cx="13239749" cy="77628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44115">
              <a:lnSpc>
                <a:spcPct val="100000"/>
              </a:lnSpc>
              <a:spcBef>
                <a:spcPts val="90"/>
              </a:spcBef>
            </a:pPr>
            <a:r>
              <a:rPr dirty="0" sz="10050" spc="50"/>
              <a:t>Power</a:t>
            </a:r>
            <a:r>
              <a:rPr dirty="0" sz="10050" spc="-1410"/>
              <a:t> </a:t>
            </a:r>
            <a:r>
              <a:rPr dirty="0" sz="10050" spc="180"/>
              <a:t>BI</a:t>
            </a:r>
            <a:r>
              <a:rPr dirty="0" sz="10050" spc="-1410"/>
              <a:t> </a:t>
            </a:r>
            <a:r>
              <a:rPr dirty="0" sz="10050" spc="40"/>
              <a:t>D</a:t>
            </a:r>
            <a:r>
              <a:rPr dirty="0" sz="10050"/>
              <a:t>a</a:t>
            </a:r>
            <a:r>
              <a:rPr dirty="0" sz="10050" spc="55"/>
              <a:t>s</a:t>
            </a:r>
            <a:r>
              <a:rPr dirty="0" sz="10050" spc="10"/>
              <a:t>h</a:t>
            </a:r>
            <a:r>
              <a:rPr dirty="0" sz="10050" spc="25"/>
              <a:t>bo</a:t>
            </a:r>
            <a:r>
              <a:rPr dirty="0" sz="10050"/>
              <a:t>a</a:t>
            </a:r>
            <a:r>
              <a:rPr dirty="0" sz="10050" spc="-55"/>
              <a:t>r</a:t>
            </a:r>
            <a:r>
              <a:rPr dirty="0" sz="10050" spc="445"/>
              <a:t>d</a:t>
            </a:r>
            <a:endParaRPr sz="10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004" y="1896811"/>
            <a:ext cx="12715874" cy="7086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643505">
              <a:lnSpc>
                <a:spcPct val="100000"/>
              </a:lnSpc>
              <a:spcBef>
                <a:spcPts val="90"/>
              </a:spcBef>
            </a:pPr>
            <a:r>
              <a:rPr dirty="0" sz="10050" spc="-85"/>
              <a:t>Tableau</a:t>
            </a:r>
            <a:r>
              <a:rPr dirty="0" sz="10050" spc="-1365"/>
              <a:t> </a:t>
            </a:r>
            <a:r>
              <a:rPr dirty="0" sz="10050" spc="40"/>
              <a:t>D</a:t>
            </a:r>
            <a:r>
              <a:rPr dirty="0" sz="10050"/>
              <a:t>a</a:t>
            </a:r>
            <a:r>
              <a:rPr dirty="0" sz="10050" spc="55"/>
              <a:t>s</a:t>
            </a:r>
            <a:r>
              <a:rPr dirty="0" sz="10050" spc="10"/>
              <a:t>h</a:t>
            </a:r>
            <a:r>
              <a:rPr dirty="0" sz="10050" spc="25"/>
              <a:t>bo</a:t>
            </a:r>
            <a:r>
              <a:rPr dirty="0" sz="10050"/>
              <a:t>a</a:t>
            </a:r>
            <a:r>
              <a:rPr dirty="0" sz="10050" spc="-55"/>
              <a:t>r</a:t>
            </a:r>
            <a:r>
              <a:rPr dirty="0" sz="10050" spc="445"/>
              <a:t>d</a:t>
            </a:r>
            <a:endParaRPr sz="10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50">
                <a:solidFill>
                  <a:srgbClr val="F42003"/>
                </a:solidFill>
              </a:rPr>
              <a:t>Challenges</a:t>
            </a:r>
            <a:r>
              <a:rPr dirty="0" sz="10050" spc="-1270">
                <a:solidFill>
                  <a:srgbClr val="F42003"/>
                </a:solidFill>
              </a:rPr>
              <a:t> </a:t>
            </a:r>
            <a:r>
              <a:rPr dirty="0" sz="10050" spc="2760">
                <a:solidFill>
                  <a:srgbClr val="F42003"/>
                </a:solidFill>
              </a:rPr>
              <a:t>s</a:t>
            </a:r>
            <a:r>
              <a:rPr dirty="0" sz="10050" spc="-1265">
                <a:solidFill>
                  <a:srgbClr val="F42003"/>
                </a:solidFill>
              </a:rPr>
              <a:t> </a:t>
            </a:r>
            <a:r>
              <a:rPr dirty="0" sz="10050" spc="-15">
                <a:solidFill>
                  <a:srgbClr val="F42003"/>
                </a:solidFill>
              </a:rPr>
              <a:t>L</a:t>
            </a:r>
            <a:r>
              <a:rPr dirty="0" sz="10050" spc="-45">
                <a:solidFill>
                  <a:srgbClr val="F42003"/>
                </a:solidFill>
              </a:rPr>
              <a:t>e</a:t>
            </a:r>
            <a:r>
              <a:rPr dirty="0" sz="10050" spc="-55">
                <a:solidFill>
                  <a:srgbClr val="F42003"/>
                </a:solidFill>
              </a:rPr>
              <a:t>a</a:t>
            </a:r>
            <a:r>
              <a:rPr dirty="0" sz="10050" spc="-110">
                <a:solidFill>
                  <a:srgbClr val="F42003"/>
                </a:solidFill>
              </a:rPr>
              <a:t>r</a:t>
            </a:r>
            <a:r>
              <a:rPr dirty="0" sz="10050" spc="-45">
                <a:solidFill>
                  <a:srgbClr val="F42003"/>
                </a:solidFill>
              </a:rPr>
              <a:t>n</a:t>
            </a:r>
            <a:r>
              <a:rPr dirty="0" sz="10050" spc="-195">
                <a:solidFill>
                  <a:srgbClr val="F42003"/>
                </a:solidFill>
              </a:rPr>
              <a:t>i</a:t>
            </a:r>
            <a:r>
              <a:rPr dirty="0" sz="10050" spc="-45">
                <a:solidFill>
                  <a:srgbClr val="F42003"/>
                </a:solidFill>
              </a:rPr>
              <a:t>n</a:t>
            </a:r>
            <a:r>
              <a:rPr dirty="0" sz="10050" spc="15">
                <a:solidFill>
                  <a:srgbClr val="F42003"/>
                </a:solidFill>
              </a:rPr>
              <a:t>g</a:t>
            </a:r>
            <a:r>
              <a:rPr dirty="0" sz="10050" spc="390">
                <a:solidFill>
                  <a:srgbClr val="F42003"/>
                </a:solidFill>
              </a:rPr>
              <a:t>s</a:t>
            </a:r>
            <a:endParaRPr sz="100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561" y="2951099"/>
            <a:ext cx="123825" cy="123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561" y="3494024"/>
            <a:ext cx="123825" cy="123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561" y="4036949"/>
            <a:ext cx="123825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561" y="4579874"/>
            <a:ext cx="123825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561" y="6208649"/>
            <a:ext cx="123825" cy="1238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3074" y="6746812"/>
            <a:ext cx="133350" cy="1333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3074" y="7289737"/>
            <a:ext cx="133350" cy="1333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3074" y="7832662"/>
            <a:ext cx="133350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3074" y="8375587"/>
            <a:ext cx="133350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1561" y="8923274"/>
            <a:ext cx="123825" cy="12382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56437" y="2121821"/>
            <a:ext cx="11109325" cy="76263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655"/>
              </a:spcBef>
            </a:pPr>
            <a:r>
              <a:rPr dirty="0" sz="3100" spc="35" b="1">
                <a:latin typeface="Trebuchet MS"/>
                <a:cs typeface="Trebuchet MS"/>
              </a:rPr>
              <a:t>Challenges:</a:t>
            </a:r>
            <a:endParaRPr sz="3100">
              <a:latin typeface="Trebuchet MS"/>
              <a:cs typeface="Trebuchet MS"/>
            </a:endParaRPr>
          </a:p>
          <a:p>
            <a:pPr marL="681990" marR="3358515">
              <a:lnSpc>
                <a:spcPct val="114900"/>
              </a:lnSpc>
            </a:pPr>
            <a:r>
              <a:rPr dirty="0" sz="3100" spc="90" b="1">
                <a:latin typeface="Trebuchet MS"/>
                <a:cs typeface="Trebuchet MS"/>
              </a:rPr>
              <a:t>Loading</a:t>
            </a:r>
            <a:r>
              <a:rPr dirty="0" sz="3100" spc="-155" b="1">
                <a:latin typeface="Trebuchet MS"/>
                <a:cs typeface="Trebuchet MS"/>
              </a:rPr>
              <a:t> </a:t>
            </a:r>
            <a:r>
              <a:rPr dirty="0" sz="3100" spc="85" b="1">
                <a:latin typeface="Trebuchet MS"/>
                <a:cs typeface="Trebuchet MS"/>
              </a:rPr>
              <a:t>and</a:t>
            </a:r>
            <a:r>
              <a:rPr dirty="0" sz="3100" spc="-150" b="1">
                <a:latin typeface="Trebuchet MS"/>
                <a:cs typeface="Trebuchet MS"/>
              </a:rPr>
              <a:t> </a:t>
            </a:r>
            <a:r>
              <a:rPr dirty="0" sz="3100" spc="120" b="1">
                <a:latin typeface="Trebuchet MS"/>
                <a:cs typeface="Trebuchet MS"/>
              </a:rPr>
              <a:t>managing</a:t>
            </a:r>
            <a:r>
              <a:rPr dirty="0" sz="3100" spc="-150" b="1">
                <a:latin typeface="Trebuchet MS"/>
                <a:cs typeface="Trebuchet MS"/>
              </a:rPr>
              <a:t> </a:t>
            </a:r>
            <a:r>
              <a:rPr dirty="0" sz="3100" spc="70" b="1">
                <a:latin typeface="Trebuchet MS"/>
                <a:cs typeface="Trebuchet MS"/>
              </a:rPr>
              <a:t>large</a:t>
            </a:r>
            <a:r>
              <a:rPr dirty="0" sz="3100" spc="-150" b="1">
                <a:latin typeface="Trebuchet MS"/>
                <a:cs typeface="Trebuchet MS"/>
              </a:rPr>
              <a:t> </a:t>
            </a:r>
            <a:r>
              <a:rPr dirty="0" sz="3100" spc="55" b="1">
                <a:latin typeface="Trebuchet MS"/>
                <a:cs typeface="Trebuchet MS"/>
              </a:rPr>
              <a:t>datasets </a:t>
            </a:r>
            <a:r>
              <a:rPr dirty="0" sz="3100" spc="80" b="1">
                <a:latin typeface="Trebuchet MS"/>
                <a:cs typeface="Trebuchet MS"/>
              </a:rPr>
              <a:t>Handling</a:t>
            </a:r>
            <a:r>
              <a:rPr dirty="0" sz="3100" spc="-120" b="1">
                <a:latin typeface="Trebuchet MS"/>
                <a:cs typeface="Trebuchet MS"/>
              </a:rPr>
              <a:t> </a:t>
            </a:r>
            <a:r>
              <a:rPr dirty="0" sz="3100" spc="70" b="1">
                <a:latin typeface="Trebuchet MS"/>
                <a:cs typeface="Trebuchet MS"/>
              </a:rPr>
              <a:t>missing/inconsistent</a:t>
            </a:r>
            <a:r>
              <a:rPr dirty="0" sz="3100" spc="-114" b="1">
                <a:latin typeface="Trebuchet MS"/>
                <a:cs typeface="Trebuchet MS"/>
              </a:rPr>
              <a:t> </a:t>
            </a:r>
            <a:r>
              <a:rPr dirty="0" sz="3100" spc="40" b="1">
                <a:latin typeface="Trebuchet MS"/>
                <a:cs typeface="Trebuchet MS"/>
              </a:rPr>
              <a:t>data </a:t>
            </a:r>
            <a:r>
              <a:rPr dirty="0" sz="3100" b="1">
                <a:latin typeface="Trebuchet MS"/>
                <a:cs typeface="Trebuchet MS"/>
              </a:rPr>
              <a:t>Ensuring</a:t>
            </a:r>
            <a:r>
              <a:rPr dirty="0" sz="3100" spc="-75" b="1">
                <a:latin typeface="Trebuchet MS"/>
                <a:cs typeface="Trebuchet MS"/>
              </a:rPr>
              <a:t> </a:t>
            </a:r>
            <a:r>
              <a:rPr dirty="0" sz="3100" spc="60" b="1">
                <a:latin typeface="Trebuchet MS"/>
                <a:cs typeface="Trebuchet MS"/>
              </a:rPr>
              <a:t>accuracy</a:t>
            </a:r>
            <a:r>
              <a:rPr dirty="0" sz="3100" spc="-70" b="1">
                <a:latin typeface="Trebuchet MS"/>
                <a:cs typeface="Trebuchet MS"/>
              </a:rPr>
              <a:t> </a:t>
            </a:r>
            <a:r>
              <a:rPr dirty="0" sz="3100" spc="-90" b="1">
                <a:latin typeface="Trebuchet MS"/>
                <a:cs typeface="Trebuchet MS"/>
              </a:rPr>
              <a:t>in</a:t>
            </a:r>
            <a:r>
              <a:rPr dirty="0" sz="3100" spc="-75" b="1">
                <a:latin typeface="Trebuchet MS"/>
                <a:cs typeface="Trebuchet MS"/>
              </a:rPr>
              <a:t> </a:t>
            </a:r>
            <a:r>
              <a:rPr dirty="0" sz="3100" spc="160" b="1">
                <a:latin typeface="Trebuchet MS"/>
                <a:cs typeface="Trebuchet MS"/>
              </a:rPr>
              <a:t>SQL</a:t>
            </a:r>
            <a:r>
              <a:rPr dirty="0" sz="3100" spc="-70" b="1">
                <a:latin typeface="Trebuchet MS"/>
                <a:cs typeface="Trebuchet MS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queries</a:t>
            </a:r>
            <a:endParaRPr sz="3100">
              <a:latin typeface="Trebuchet MS"/>
              <a:cs typeface="Trebuchet MS"/>
            </a:endParaRPr>
          </a:p>
          <a:p>
            <a:pPr marL="681990" marR="5080">
              <a:lnSpc>
                <a:spcPct val="114900"/>
              </a:lnSpc>
              <a:tabLst>
                <a:tab pos="2787650" algn="l"/>
                <a:tab pos="5227320" algn="l"/>
                <a:tab pos="6213475" algn="l"/>
                <a:tab pos="7056755" algn="l"/>
                <a:tab pos="8161020" algn="l"/>
                <a:tab pos="10387965" algn="l"/>
              </a:tabLst>
            </a:pPr>
            <a:r>
              <a:rPr dirty="0" sz="3100" spc="85" b="1">
                <a:latin typeface="Trebuchet MS"/>
                <a:cs typeface="Trebuchet MS"/>
              </a:rPr>
              <a:t>Designing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80" b="1">
                <a:latin typeface="Trebuchet MS"/>
                <a:cs typeface="Trebuchet MS"/>
              </a:rPr>
              <a:t>dashboards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-20" b="1">
                <a:latin typeface="Trebuchet MS"/>
                <a:cs typeface="Trebuchet MS"/>
              </a:rPr>
              <a:t>that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-25" b="1">
                <a:latin typeface="Trebuchet MS"/>
                <a:cs typeface="Trebuchet MS"/>
              </a:rPr>
              <a:t>are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-20" b="1">
                <a:latin typeface="Trebuchet MS"/>
                <a:cs typeface="Trebuchet MS"/>
              </a:rPr>
              <a:t>both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-10" b="1">
                <a:latin typeface="Trebuchet MS"/>
                <a:cs typeface="Trebuchet MS"/>
              </a:rPr>
              <a:t>interactive</a:t>
            </a:r>
            <a:r>
              <a:rPr dirty="0" sz="3100" b="1">
                <a:latin typeface="Trebuchet MS"/>
                <a:cs typeface="Trebuchet MS"/>
              </a:rPr>
              <a:t>	</a:t>
            </a:r>
            <a:r>
              <a:rPr dirty="0" sz="3100" spc="60" b="1">
                <a:latin typeface="Trebuchet MS"/>
                <a:cs typeface="Trebuchet MS"/>
              </a:rPr>
              <a:t>and </a:t>
            </a:r>
            <a:r>
              <a:rPr dirty="0" sz="3100" spc="85" b="1">
                <a:latin typeface="Trebuchet MS"/>
                <a:cs typeface="Trebuchet MS"/>
              </a:rPr>
              <a:t>easy</a:t>
            </a:r>
            <a:r>
              <a:rPr dirty="0" sz="3100" spc="-1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to</a:t>
            </a:r>
            <a:r>
              <a:rPr dirty="0" sz="3100" spc="-165" b="1">
                <a:latin typeface="Trebuchet MS"/>
                <a:cs typeface="Trebuchet MS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interpret</a:t>
            </a:r>
            <a:endParaRPr sz="3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3100" spc="-10" b="1">
                <a:latin typeface="Trebuchet MS"/>
                <a:cs typeface="Trebuchet MS"/>
              </a:rPr>
              <a:t>Learnings:</a:t>
            </a:r>
            <a:endParaRPr sz="3100">
              <a:latin typeface="Trebuchet MS"/>
              <a:cs typeface="Trebuchet MS"/>
            </a:endParaRPr>
          </a:p>
          <a:p>
            <a:pPr marL="1351280" marR="4593590" indent="-669925">
              <a:lnSpc>
                <a:spcPct val="114900"/>
              </a:lnSpc>
            </a:pPr>
            <a:r>
              <a:rPr dirty="0" sz="3100" b="1">
                <a:latin typeface="Trebuchet MS"/>
                <a:cs typeface="Trebuchet MS"/>
              </a:rPr>
              <a:t>Importance</a:t>
            </a:r>
            <a:r>
              <a:rPr dirty="0" sz="3100" spc="-1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of</a:t>
            </a:r>
            <a:r>
              <a:rPr dirty="0" sz="3100" spc="-5" b="1">
                <a:latin typeface="Trebuchet MS"/>
                <a:cs typeface="Trebuchet MS"/>
              </a:rPr>
              <a:t> </a:t>
            </a:r>
            <a:r>
              <a:rPr dirty="0" sz="3100" spc="65" b="1">
                <a:latin typeface="Trebuchet MS"/>
                <a:cs typeface="Trebuchet MS"/>
              </a:rPr>
              <a:t>combining</a:t>
            </a:r>
            <a:r>
              <a:rPr dirty="0" sz="3100" spc="-10" b="1">
                <a:latin typeface="Trebuchet MS"/>
                <a:cs typeface="Trebuchet MS"/>
              </a:rPr>
              <a:t> tools: </a:t>
            </a:r>
            <a:r>
              <a:rPr dirty="0" sz="3100" b="1">
                <a:latin typeface="Trebuchet MS"/>
                <a:cs typeface="Trebuchet MS"/>
              </a:rPr>
              <a:t>Excel</a:t>
            </a:r>
            <a:r>
              <a:rPr dirty="0" sz="3100" spc="-105" b="1">
                <a:latin typeface="Trebuchet MS"/>
                <a:cs typeface="Trebuchet MS"/>
              </a:rPr>
              <a:t> </a:t>
            </a:r>
            <a:r>
              <a:rPr dirty="0" sz="1450" spc="1635" b="1">
                <a:latin typeface="Arial"/>
                <a:cs typeface="Arial"/>
              </a:rPr>
              <a:t>→</a:t>
            </a:r>
            <a:r>
              <a:rPr dirty="0" sz="1450" spc="425" b="1">
                <a:latin typeface="Arial"/>
                <a:cs typeface="Arial"/>
              </a:rPr>
              <a:t> </a:t>
            </a:r>
            <a:r>
              <a:rPr dirty="0" sz="3100" spc="75" b="1">
                <a:latin typeface="Trebuchet MS"/>
                <a:cs typeface="Trebuchet MS"/>
              </a:rPr>
              <a:t>Data</a:t>
            </a:r>
            <a:r>
              <a:rPr dirty="0" sz="3100" spc="-105" b="1">
                <a:latin typeface="Trebuchet MS"/>
                <a:cs typeface="Trebuchet MS"/>
              </a:rPr>
              <a:t> </a:t>
            </a:r>
            <a:r>
              <a:rPr dirty="0" sz="3100" spc="55" b="1">
                <a:latin typeface="Trebuchet MS"/>
                <a:cs typeface="Trebuchet MS"/>
              </a:rPr>
              <a:t>cleaning</a:t>
            </a:r>
            <a:endParaRPr sz="3100">
              <a:latin typeface="Trebuchet MS"/>
              <a:cs typeface="Trebuchet MS"/>
            </a:endParaRPr>
          </a:p>
          <a:p>
            <a:pPr marL="1351280">
              <a:lnSpc>
                <a:spcPct val="100000"/>
              </a:lnSpc>
              <a:spcBef>
                <a:spcPts val="555"/>
              </a:spcBef>
            </a:pPr>
            <a:r>
              <a:rPr dirty="0" sz="3100" spc="160" b="1">
                <a:latin typeface="Trebuchet MS"/>
                <a:cs typeface="Trebuchet MS"/>
              </a:rPr>
              <a:t>SQL</a:t>
            </a:r>
            <a:r>
              <a:rPr dirty="0" sz="3100" spc="-165" b="1">
                <a:latin typeface="Trebuchet MS"/>
                <a:cs typeface="Trebuchet MS"/>
              </a:rPr>
              <a:t> </a:t>
            </a:r>
            <a:r>
              <a:rPr dirty="0" sz="1450" spc="1635" b="1">
                <a:latin typeface="Arial"/>
                <a:cs typeface="Arial"/>
              </a:rPr>
              <a:t>→</a:t>
            </a:r>
            <a:r>
              <a:rPr dirty="0" sz="1450" spc="360" b="1">
                <a:latin typeface="Arial"/>
                <a:cs typeface="Arial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Querying</a:t>
            </a:r>
            <a:endParaRPr sz="3100">
              <a:latin typeface="Trebuchet MS"/>
              <a:cs typeface="Trebuchet MS"/>
            </a:endParaRPr>
          </a:p>
          <a:p>
            <a:pPr marL="1351280" marR="4885055">
              <a:lnSpc>
                <a:spcPct val="114900"/>
              </a:lnSpc>
            </a:pPr>
            <a:r>
              <a:rPr dirty="0" sz="3100" b="1">
                <a:latin typeface="Trebuchet MS"/>
                <a:cs typeface="Trebuchet MS"/>
              </a:rPr>
              <a:t>Power</a:t>
            </a:r>
            <a:r>
              <a:rPr dirty="0" sz="3100" spc="-100" b="1">
                <a:latin typeface="Trebuchet MS"/>
                <a:cs typeface="Trebuchet MS"/>
              </a:rPr>
              <a:t> </a:t>
            </a:r>
            <a:r>
              <a:rPr dirty="0" sz="3100" spc="100" b="1">
                <a:latin typeface="Trebuchet MS"/>
                <a:cs typeface="Trebuchet MS"/>
              </a:rPr>
              <a:t>BI</a:t>
            </a:r>
            <a:r>
              <a:rPr dirty="0" sz="3100" spc="-95" b="1">
                <a:latin typeface="Trebuchet MS"/>
                <a:cs typeface="Trebuchet MS"/>
              </a:rPr>
              <a:t> </a:t>
            </a:r>
            <a:r>
              <a:rPr dirty="0" sz="1450" spc="1635" b="1">
                <a:latin typeface="Arial"/>
                <a:cs typeface="Arial"/>
              </a:rPr>
              <a:t>→</a:t>
            </a:r>
            <a:r>
              <a:rPr dirty="0" sz="1450" spc="425" b="1">
                <a:latin typeface="Arial"/>
                <a:cs typeface="Arial"/>
              </a:rPr>
              <a:t> </a:t>
            </a:r>
            <a:r>
              <a:rPr dirty="0" sz="3100" spc="70" b="1">
                <a:latin typeface="Trebuchet MS"/>
                <a:cs typeface="Trebuchet MS"/>
              </a:rPr>
              <a:t>Dashboarding </a:t>
            </a:r>
            <a:r>
              <a:rPr dirty="0" sz="3100" spc="60" b="1">
                <a:latin typeface="Trebuchet MS"/>
                <a:cs typeface="Trebuchet MS"/>
              </a:rPr>
              <a:t>Tableau</a:t>
            </a:r>
            <a:r>
              <a:rPr dirty="0" sz="3100" spc="-170" b="1">
                <a:latin typeface="Trebuchet MS"/>
                <a:cs typeface="Trebuchet MS"/>
              </a:rPr>
              <a:t> </a:t>
            </a:r>
            <a:r>
              <a:rPr dirty="0" sz="1450" spc="1635" b="1">
                <a:latin typeface="Arial"/>
                <a:cs typeface="Arial"/>
              </a:rPr>
              <a:t>→</a:t>
            </a:r>
            <a:r>
              <a:rPr dirty="0" sz="1450" spc="355" b="1">
                <a:latin typeface="Arial"/>
                <a:cs typeface="Arial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Storytelling</a:t>
            </a:r>
            <a:endParaRPr sz="3100">
              <a:latin typeface="Trebuchet MS"/>
              <a:cs typeface="Trebuchet MS"/>
            </a:endParaRPr>
          </a:p>
          <a:p>
            <a:pPr marL="681990" marR="5080">
              <a:lnSpc>
                <a:spcPct val="114900"/>
              </a:lnSpc>
            </a:pPr>
            <a:r>
              <a:rPr dirty="0" sz="3100" b="1">
                <a:latin typeface="Trebuchet MS"/>
                <a:cs typeface="Trebuchet MS"/>
              </a:rPr>
              <a:t>Realized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the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critical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role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of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visualization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b="1">
                <a:latin typeface="Trebuchet MS"/>
                <a:cs typeface="Trebuchet MS"/>
              </a:rPr>
              <a:t>in</a:t>
            </a:r>
            <a:r>
              <a:rPr dirty="0" sz="3100" spc="270" b="1">
                <a:latin typeface="Trebuchet MS"/>
                <a:cs typeface="Trebuchet MS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simplifying </a:t>
            </a:r>
            <a:r>
              <a:rPr dirty="0" sz="3100" spc="70" b="1">
                <a:latin typeface="Trebuchet MS"/>
                <a:cs typeface="Trebuchet MS"/>
              </a:rPr>
              <a:t>complex</a:t>
            </a:r>
            <a:r>
              <a:rPr dirty="0" sz="3100" spc="-145" b="1">
                <a:latin typeface="Trebuchet MS"/>
                <a:cs typeface="Trebuchet MS"/>
              </a:rPr>
              <a:t> </a:t>
            </a:r>
            <a:r>
              <a:rPr dirty="0" sz="3100" spc="-10" b="1">
                <a:latin typeface="Trebuchet MS"/>
                <a:cs typeface="Trebuchet MS"/>
              </a:rPr>
              <a:t>insights</a:t>
            </a:r>
            <a:endParaRPr sz="310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7495" y="3039904"/>
            <a:ext cx="4981575" cy="51401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688415"/>
            <a:ext cx="10392410" cy="2425700"/>
          </a:xfrm>
          <a:prstGeom prst="rect"/>
        </p:spPr>
        <p:txBody>
          <a:bodyPr wrap="square" lIns="0" tIns="355600" rIns="0" bIns="0" rtlCol="0" vert="horz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2800"/>
              </a:spcBef>
            </a:pPr>
            <a:r>
              <a:rPr dirty="0" sz="9000" spc="-5">
                <a:solidFill>
                  <a:srgbClr val="F42003"/>
                </a:solidFill>
              </a:rPr>
              <a:t>R</a:t>
            </a:r>
            <a:r>
              <a:rPr dirty="0" sz="9000" spc="-15">
                <a:solidFill>
                  <a:srgbClr val="F42003"/>
                </a:solidFill>
              </a:rPr>
              <a:t>e</a:t>
            </a:r>
            <a:r>
              <a:rPr dirty="0" sz="9000" spc="-5">
                <a:solidFill>
                  <a:srgbClr val="F42003"/>
                </a:solidFill>
              </a:rPr>
              <a:t>comm</a:t>
            </a:r>
            <a:r>
              <a:rPr dirty="0" sz="9000" spc="-15">
                <a:solidFill>
                  <a:srgbClr val="F42003"/>
                </a:solidFill>
              </a:rPr>
              <a:t>en</a:t>
            </a:r>
            <a:r>
              <a:rPr dirty="0" sz="9000" spc="-5">
                <a:solidFill>
                  <a:srgbClr val="F42003"/>
                </a:solidFill>
              </a:rPr>
              <a:t>d</a:t>
            </a:r>
            <a:r>
              <a:rPr dirty="0" sz="9000" spc="-30">
                <a:solidFill>
                  <a:srgbClr val="F42003"/>
                </a:solidFill>
              </a:rPr>
              <a:t>a</a:t>
            </a:r>
            <a:r>
              <a:rPr dirty="0" sz="9000" spc="-105">
                <a:solidFill>
                  <a:srgbClr val="F42003"/>
                </a:solidFill>
              </a:rPr>
              <a:t>t</a:t>
            </a:r>
            <a:r>
              <a:rPr dirty="0" sz="9000" spc="-150">
                <a:solidFill>
                  <a:srgbClr val="F42003"/>
                </a:solidFill>
              </a:rPr>
              <a:t>i</a:t>
            </a:r>
            <a:r>
              <a:rPr dirty="0" sz="9000" spc="-5">
                <a:solidFill>
                  <a:srgbClr val="F42003"/>
                </a:solidFill>
              </a:rPr>
              <a:t>o</a:t>
            </a:r>
            <a:r>
              <a:rPr dirty="0" sz="9000" spc="-15">
                <a:solidFill>
                  <a:srgbClr val="F42003"/>
                </a:solidFill>
              </a:rPr>
              <a:t>n</a:t>
            </a:r>
            <a:r>
              <a:rPr dirty="0" sz="9000" spc="370">
                <a:solidFill>
                  <a:srgbClr val="F42003"/>
                </a:solidFill>
              </a:rPr>
              <a:t>s</a:t>
            </a:r>
            <a:r>
              <a:rPr dirty="0" sz="9000" spc="-1005">
                <a:solidFill>
                  <a:srgbClr val="F42003"/>
                </a:solidFill>
              </a:rPr>
              <a:t> </a:t>
            </a:r>
            <a:r>
              <a:rPr dirty="0" sz="9000" spc="2420">
                <a:solidFill>
                  <a:srgbClr val="F42003"/>
                </a:solidFill>
              </a:rPr>
              <a:t>s </a:t>
            </a:r>
            <a:r>
              <a:rPr dirty="0" sz="9000" spc="-100">
                <a:solidFill>
                  <a:srgbClr val="F42003"/>
                </a:solidFill>
              </a:rPr>
              <a:t>I</a:t>
            </a:r>
            <a:r>
              <a:rPr dirty="0" sz="9000" spc="-35">
                <a:solidFill>
                  <a:srgbClr val="F42003"/>
                </a:solidFill>
              </a:rPr>
              <a:t>n</a:t>
            </a:r>
            <a:r>
              <a:rPr dirty="0" sz="9000">
                <a:solidFill>
                  <a:srgbClr val="F42003"/>
                </a:solidFill>
              </a:rPr>
              <a:t>s</a:t>
            </a:r>
            <a:r>
              <a:rPr dirty="0" sz="9000" spc="-170">
                <a:solidFill>
                  <a:srgbClr val="F42003"/>
                </a:solidFill>
              </a:rPr>
              <a:t>i</a:t>
            </a:r>
            <a:r>
              <a:rPr dirty="0" sz="9000" spc="15">
                <a:solidFill>
                  <a:srgbClr val="F42003"/>
                </a:solidFill>
              </a:rPr>
              <a:t>g</a:t>
            </a:r>
            <a:r>
              <a:rPr dirty="0" sz="9000" spc="-35">
                <a:solidFill>
                  <a:srgbClr val="F42003"/>
                </a:solidFill>
              </a:rPr>
              <a:t>h</a:t>
            </a:r>
            <a:r>
              <a:rPr dirty="0" sz="9000" spc="-125">
                <a:solidFill>
                  <a:srgbClr val="F42003"/>
                </a:solidFill>
              </a:rPr>
              <a:t>t</a:t>
            </a:r>
            <a:r>
              <a:rPr dirty="0" sz="9000" spc="350">
                <a:solidFill>
                  <a:srgbClr val="F42003"/>
                </a:solidFill>
              </a:rPr>
              <a:t>s</a:t>
            </a:r>
            <a:endParaRPr sz="9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3501016"/>
            <a:ext cx="114300" cy="114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062" y="4029654"/>
            <a:ext cx="123824" cy="123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062" y="5096454"/>
            <a:ext cx="123824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4062" y="6163254"/>
            <a:ext cx="123824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7234816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4062" y="7763454"/>
            <a:ext cx="123824" cy="1238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24062" y="8296854"/>
            <a:ext cx="123824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4062" y="8830254"/>
            <a:ext cx="123824" cy="12382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663700" y="3202567"/>
            <a:ext cx="9469120" cy="5892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Trebuchet MS"/>
                <a:cs typeface="Trebuchet MS"/>
              </a:rPr>
              <a:t>Restaurants</a:t>
            </a:r>
            <a:r>
              <a:rPr dirty="0" sz="3000" spc="21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should:</a:t>
            </a:r>
            <a:endParaRPr sz="3000">
              <a:latin typeface="Trebuchet MS"/>
              <a:cs typeface="Trebuchet MS"/>
            </a:endParaRPr>
          </a:p>
          <a:p>
            <a:pPr marL="659765" marR="800100">
              <a:lnSpc>
                <a:spcPts val="4200"/>
              </a:lnSpc>
              <a:spcBef>
                <a:spcPts val="240"/>
              </a:spcBef>
            </a:pPr>
            <a:r>
              <a:rPr dirty="0" sz="3000" b="1">
                <a:latin typeface="Trebuchet MS"/>
                <a:cs typeface="Trebuchet MS"/>
              </a:rPr>
              <a:t>Maintain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affordability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without</a:t>
            </a:r>
            <a:r>
              <a:rPr dirty="0" sz="3000" spc="-160" b="1">
                <a:latin typeface="Trebuchet MS"/>
                <a:cs typeface="Trebuchet MS"/>
              </a:rPr>
              <a:t> </a:t>
            </a:r>
            <a:r>
              <a:rPr dirty="0" sz="3000" spc="65" b="1">
                <a:latin typeface="Trebuchet MS"/>
                <a:cs typeface="Trebuchet MS"/>
              </a:rPr>
              <a:t>compromising </a:t>
            </a:r>
            <a:r>
              <a:rPr dirty="0" sz="3000" spc="-10" b="1">
                <a:latin typeface="Trebuchet MS"/>
                <a:cs typeface="Trebuchet MS"/>
              </a:rPr>
              <a:t>quality</a:t>
            </a:r>
            <a:endParaRPr sz="3000">
              <a:latin typeface="Trebuchet MS"/>
              <a:cs typeface="Trebuchet MS"/>
            </a:endParaRPr>
          </a:p>
          <a:p>
            <a:pPr marL="659765" marR="5080" indent="93980">
              <a:lnSpc>
                <a:spcPts val="4200"/>
              </a:lnSpc>
            </a:pPr>
            <a:r>
              <a:rPr dirty="0" sz="3000" spc="55" b="1">
                <a:latin typeface="Trebuchet MS"/>
                <a:cs typeface="Trebuchet MS"/>
              </a:rPr>
              <a:t>Expand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multi-cuisine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offerings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to</a:t>
            </a:r>
            <a:r>
              <a:rPr dirty="0" sz="3000" spc="-75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attract</a:t>
            </a:r>
            <a:r>
              <a:rPr dirty="0" sz="3000" spc="-7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diverse </a:t>
            </a:r>
            <a:r>
              <a:rPr dirty="0" sz="3000" spc="60" b="1">
                <a:latin typeface="Trebuchet MS"/>
                <a:cs typeface="Trebuchet MS"/>
              </a:rPr>
              <a:t>customers</a:t>
            </a:r>
            <a:endParaRPr sz="3000">
              <a:latin typeface="Trebuchet MS"/>
              <a:cs typeface="Trebuchet MS"/>
            </a:endParaRPr>
          </a:p>
          <a:p>
            <a:pPr marL="659765" marR="955040" indent="93980">
              <a:lnSpc>
                <a:spcPts val="4200"/>
              </a:lnSpc>
            </a:pPr>
            <a:r>
              <a:rPr dirty="0" sz="3000" spc="100" b="1">
                <a:latin typeface="Trebuchet MS"/>
                <a:cs typeface="Trebuchet MS"/>
              </a:rPr>
              <a:t>Work</a:t>
            </a:r>
            <a:r>
              <a:rPr dirty="0" sz="3000" spc="-170" b="1">
                <a:latin typeface="Trebuchet MS"/>
                <a:cs typeface="Trebuchet MS"/>
              </a:rPr>
              <a:t> </a:t>
            </a:r>
            <a:r>
              <a:rPr dirty="0" sz="3000" spc="50" b="1">
                <a:latin typeface="Trebuchet MS"/>
                <a:cs typeface="Trebuchet MS"/>
              </a:rPr>
              <a:t>on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spc="50" b="1">
                <a:latin typeface="Trebuchet MS"/>
                <a:cs typeface="Trebuchet MS"/>
              </a:rPr>
              <a:t>reducing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delivery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time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to</a:t>
            </a:r>
            <a:r>
              <a:rPr dirty="0" sz="3000" spc="-16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improve </a:t>
            </a:r>
            <a:r>
              <a:rPr dirty="0" sz="3000" spc="55" b="1">
                <a:latin typeface="Trebuchet MS"/>
                <a:cs typeface="Trebuchet MS"/>
              </a:rPr>
              <a:t>customer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experience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3000" spc="95" b="1">
                <a:latin typeface="Trebuchet MS"/>
                <a:cs typeface="Trebuchet MS"/>
              </a:rPr>
              <a:t>Zomato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should:</a:t>
            </a:r>
            <a:endParaRPr sz="3000">
              <a:latin typeface="Trebuchet MS"/>
              <a:cs typeface="Trebuchet MS"/>
            </a:endParaRPr>
          </a:p>
          <a:p>
            <a:pPr marL="84836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Trebuchet MS"/>
                <a:cs typeface="Trebuchet MS"/>
              </a:rPr>
              <a:t>Optimize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search</a:t>
            </a:r>
            <a:r>
              <a:rPr dirty="0" sz="3000" spc="-5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filters</a:t>
            </a:r>
            <a:endParaRPr sz="3000">
              <a:latin typeface="Trebuchet MS"/>
              <a:cs typeface="Trebuchet MS"/>
            </a:endParaRPr>
          </a:p>
          <a:p>
            <a:pPr marL="848360" marR="974725">
              <a:lnSpc>
                <a:spcPts val="4200"/>
              </a:lnSpc>
              <a:spcBef>
                <a:spcPts val="100"/>
              </a:spcBef>
            </a:pPr>
            <a:r>
              <a:rPr dirty="0" sz="3000" spc="50" b="1">
                <a:latin typeface="Trebuchet MS"/>
                <a:cs typeface="Trebuchet MS"/>
              </a:rPr>
              <a:t>Enhance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45" b="1">
                <a:latin typeface="Trebuchet MS"/>
                <a:cs typeface="Trebuchet MS"/>
              </a:rPr>
              <a:t>recommendation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engines </a:t>
            </a:r>
            <a:r>
              <a:rPr dirty="0" sz="3000" b="1">
                <a:latin typeface="Trebuchet MS"/>
                <a:cs typeface="Trebuchet MS"/>
              </a:rPr>
              <a:t>Provide</a:t>
            </a:r>
            <a:r>
              <a:rPr dirty="0" sz="3000" spc="-1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personalized</a:t>
            </a:r>
            <a:r>
              <a:rPr dirty="0" sz="3000" spc="-1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experiences</a:t>
            </a:r>
            <a:r>
              <a:rPr dirty="0" sz="3000" spc="-1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to</a:t>
            </a:r>
            <a:r>
              <a:rPr dirty="0" sz="3000" spc="-15" b="1">
                <a:latin typeface="Trebuchet MS"/>
                <a:cs typeface="Trebuchet MS"/>
              </a:rPr>
              <a:t> </a:t>
            </a:r>
            <a:r>
              <a:rPr dirty="0" sz="3000" spc="35" b="1">
                <a:latin typeface="Trebuchet MS"/>
                <a:cs typeface="Trebuchet MS"/>
              </a:rPr>
              <a:t>users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92063" y="3325215"/>
            <a:ext cx="5460831" cy="591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45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Key</a:t>
            </a:r>
            <a:r>
              <a:rPr dirty="0" spc="-1110"/>
              <a:t> </a:t>
            </a:r>
            <a:r>
              <a:rPr dirty="0" spc="-95"/>
              <a:t>Insights</a:t>
            </a:r>
            <a:r>
              <a:rPr dirty="0" spc="-1110"/>
              <a:t> </a:t>
            </a:r>
            <a:r>
              <a:rPr dirty="0" spc="2200"/>
              <a:t>s</a:t>
            </a:r>
            <a:r>
              <a:rPr dirty="0" spc="-1110"/>
              <a:t> </a:t>
            </a:r>
            <a:r>
              <a:rPr dirty="0" spc="-10"/>
              <a:t>Findings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2764026"/>
            <a:ext cx="114300" cy="114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3830826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4897626"/>
            <a:ext cx="114300" cy="1142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5964426"/>
            <a:ext cx="114300" cy="1142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7031226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8098026"/>
            <a:ext cx="114300" cy="1142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63700" y="2465576"/>
            <a:ext cx="10045065" cy="642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spc="65" b="1">
                <a:latin typeface="Trebuchet MS"/>
                <a:cs typeface="Trebuchet MS"/>
              </a:rPr>
              <a:t>Ratings</a:t>
            </a:r>
            <a:r>
              <a:rPr dirty="0" sz="3000" spc="20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Gap:</a:t>
            </a:r>
            <a:r>
              <a:rPr dirty="0" sz="3000" spc="204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Majority</a:t>
            </a:r>
            <a:r>
              <a:rPr dirty="0" sz="3000" spc="20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restaurants</a:t>
            </a:r>
            <a:r>
              <a:rPr dirty="0" sz="3000" spc="204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rated</a:t>
            </a:r>
            <a:r>
              <a:rPr dirty="0" sz="3000" spc="200" b="1">
                <a:latin typeface="Trebuchet MS"/>
                <a:cs typeface="Trebuchet MS"/>
              </a:rPr>
              <a:t> </a:t>
            </a:r>
            <a:r>
              <a:rPr dirty="0" sz="3000" spc="65" b="1">
                <a:latin typeface="Trebuchet MS"/>
                <a:cs typeface="Trebuchet MS"/>
              </a:rPr>
              <a:t>average/poor, </a:t>
            </a:r>
            <a:r>
              <a:rPr dirty="0" sz="3000" b="1">
                <a:latin typeface="Trebuchet MS"/>
                <a:cs typeface="Trebuchet MS"/>
              </a:rPr>
              <a:t>few</a:t>
            </a:r>
            <a:r>
              <a:rPr dirty="0" sz="3000" spc="-2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achieve</a:t>
            </a:r>
            <a:r>
              <a:rPr dirty="0" sz="3000" spc="-15" b="1">
                <a:latin typeface="Trebuchet MS"/>
                <a:cs typeface="Trebuchet MS"/>
              </a:rPr>
              <a:t> </a:t>
            </a:r>
            <a:r>
              <a:rPr dirty="0" sz="3000" spc="-320" b="1">
                <a:latin typeface="Trebuchet MS"/>
                <a:cs typeface="Trebuchet MS"/>
              </a:rPr>
              <a:t>4+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  <a:spcBef>
                <a:spcPts val="240"/>
              </a:spcBef>
            </a:pPr>
            <a:r>
              <a:rPr dirty="0" sz="3000" b="1">
                <a:latin typeface="Trebuchet MS"/>
                <a:cs typeface="Trebuchet MS"/>
              </a:rPr>
              <a:t>Cuisines:</a:t>
            </a:r>
            <a:r>
              <a:rPr dirty="0" sz="3000" spc="14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North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Indian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spc="795" b="1">
                <a:latin typeface="Trebuchet MS"/>
                <a:cs typeface="Trebuchet MS"/>
              </a:rPr>
              <a:t>s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Chinese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dominate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sales;</a:t>
            </a:r>
            <a:r>
              <a:rPr dirty="0" sz="3000" spc="15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niche </a:t>
            </a:r>
            <a:r>
              <a:rPr dirty="0" sz="3000" b="1">
                <a:latin typeface="Trebuchet MS"/>
                <a:cs typeface="Trebuchet MS"/>
              </a:rPr>
              <a:t>cuisines</a:t>
            </a:r>
            <a:r>
              <a:rPr dirty="0" sz="3000" spc="-95" b="1">
                <a:latin typeface="Trebuchet MS"/>
                <a:cs typeface="Trebuchet MS"/>
              </a:rPr>
              <a:t> </a:t>
            </a:r>
            <a:r>
              <a:rPr dirty="0" sz="3000" spc="60" b="1">
                <a:latin typeface="Trebuchet MS"/>
                <a:cs typeface="Trebuchet MS"/>
              </a:rPr>
              <a:t>score</a:t>
            </a:r>
            <a:r>
              <a:rPr dirty="0" sz="3000" spc="-90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better</a:t>
            </a:r>
            <a:r>
              <a:rPr dirty="0" sz="3000" spc="-95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ratings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  <a:tabLst>
                <a:tab pos="2379980" algn="l"/>
                <a:tab pos="3541395" algn="l"/>
                <a:tab pos="4668520" algn="l"/>
                <a:tab pos="5784215" algn="l"/>
                <a:tab pos="7111365" algn="l"/>
                <a:tab pos="8378190" algn="l"/>
                <a:tab pos="9105900" algn="l"/>
              </a:tabLst>
            </a:pPr>
            <a:r>
              <a:rPr dirty="0" sz="3000" spc="-10" b="1">
                <a:latin typeface="Trebuchet MS"/>
                <a:cs typeface="Trebuchet MS"/>
              </a:rPr>
              <a:t>Geography: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0" b="1">
                <a:latin typeface="Trebuchet MS"/>
                <a:cs typeface="Trebuchet MS"/>
              </a:rPr>
              <a:t>India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10" b="1">
                <a:latin typeface="Trebuchet MS"/>
                <a:cs typeface="Trebuchet MS"/>
              </a:rPr>
              <a:t>(esp.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130" b="1">
                <a:latin typeface="Trebuchet MS"/>
                <a:cs typeface="Trebuchet MS"/>
              </a:rPr>
              <a:t>New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10" b="1">
                <a:latin typeface="Trebuchet MS"/>
                <a:cs typeface="Trebuchet MS"/>
              </a:rPr>
              <a:t>Delhi)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85" b="1">
                <a:latin typeface="Trebuchet MS"/>
                <a:cs typeface="Trebuchet MS"/>
              </a:rPr>
              <a:t>leads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50" b="1">
                <a:latin typeface="Trebuchet MS"/>
                <a:cs typeface="Trebuchet MS"/>
              </a:rPr>
              <a:t>by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95" b="1">
                <a:latin typeface="Trebuchet MS"/>
                <a:cs typeface="Trebuchet MS"/>
              </a:rPr>
              <a:t>huge </a:t>
            </a:r>
            <a:r>
              <a:rPr dirty="0" sz="3000" spc="50" b="1">
                <a:latin typeface="Trebuchet MS"/>
                <a:cs typeface="Trebuchet MS"/>
              </a:rPr>
              <a:t>margin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-90" b="1">
                <a:latin typeface="Trebuchet MS"/>
                <a:cs typeface="Trebuchet MS"/>
              </a:rPr>
              <a:t>in</a:t>
            </a:r>
            <a:r>
              <a:rPr dirty="0" sz="3000" spc="-14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restaurants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795" b="1">
                <a:latin typeface="Trebuchet MS"/>
                <a:cs typeface="Trebuchet MS"/>
              </a:rPr>
              <a:t>s</a:t>
            </a:r>
            <a:r>
              <a:rPr dirty="0" sz="3000" spc="-140" b="1">
                <a:latin typeface="Trebuchet MS"/>
                <a:cs typeface="Trebuchet MS"/>
              </a:rPr>
              <a:t> </a:t>
            </a:r>
            <a:r>
              <a:rPr dirty="0" sz="3000" spc="90" b="1">
                <a:latin typeface="Trebuchet MS"/>
                <a:cs typeface="Trebuchet MS"/>
              </a:rPr>
              <a:t>sales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  <a:tabLst>
                <a:tab pos="1091565" algn="l"/>
                <a:tab pos="2054225" algn="l"/>
                <a:tab pos="3355340" algn="l"/>
                <a:tab pos="3701415" algn="l"/>
                <a:tab pos="4531360" algn="l"/>
                <a:tab pos="7229475" algn="l"/>
                <a:tab pos="8980805" algn="l"/>
              </a:tabLst>
            </a:pPr>
            <a:r>
              <a:rPr dirty="0" sz="3000" spc="-10" b="1">
                <a:latin typeface="Trebuchet MS"/>
                <a:cs typeface="Trebuchet MS"/>
              </a:rPr>
              <a:t>Cost: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0" b="1">
                <a:latin typeface="Trebuchet MS"/>
                <a:cs typeface="Trebuchet MS"/>
              </a:rPr>
              <a:t>Avg.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80" b="1">
                <a:latin typeface="Trebuchet MS"/>
                <a:cs typeface="Trebuchet MS"/>
              </a:rPr>
              <a:t>spend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495" b="1">
                <a:latin typeface="Trebuchet MS"/>
                <a:cs typeface="Trebuchet MS"/>
              </a:rPr>
              <a:t>≈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5" b="1">
                <a:latin typeface="Trebuchet MS"/>
                <a:cs typeface="Trebuchet MS"/>
              </a:rPr>
              <a:t>$10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10" b="1">
                <a:latin typeface="Trebuchet MS"/>
                <a:cs typeface="Trebuchet MS"/>
              </a:rPr>
              <a:t>(~₹600–₹700);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140" b="1">
                <a:latin typeface="Trebuchet MS"/>
                <a:cs typeface="Trebuchet MS"/>
              </a:rPr>
              <a:t>low–mid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55" b="1">
                <a:latin typeface="Trebuchet MS"/>
                <a:cs typeface="Trebuchet MS"/>
              </a:rPr>
              <a:t>range </a:t>
            </a:r>
            <a:r>
              <a:rPr dirty="0" sz="3000" b="1">
                <a:latin typeface="Trebuchet MS"/>
                <a:cs typeface="Trebuchet MS"/>
              </a:rPr>
              <a:t>dominates,</a:t>
            </a:r>
            <a:r>
              <a:rPr dirty="0" sz="3000" spc="-25" b="1">
                <a:latin typeface="Trebuchet MS"/>
                <a:cs typeface="Trebuchet MS"/>
              </a:rPr>
              <a:t> luxury</a:t>
            </a:r>
            <a:r>
              <a:rPr dirty="0" sz="3000" spc="-2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under-</a:t>
            </a:r>
            <a:r>
              <a:rPr dirty="0" sz="3000" spc="-10" b="1">
                <a:latin typeface="Trebuchet MS"/>
                <a:cs typeface="Trebuchet MS"/>
              </a:rPr>
              <a:t>represented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  <a:tabLst>
                <a:tab pos="1583690" algn="l"/>
                <a:tab pos="2785110" algn="l"/>
                <a:tab pos="4368800" algn="l"/>
                <a:tab pos="4914265" algn="l"/>
                <a:tab pos="5941060" algn="l"/>
                <a:tab pos="6431280" algn="l"/>
                <a:tab pos="7592695" algn="l"/>
                <a:tab pos="8312784" algn="l"/>
              </a:tabLst>
            </a:pPr>
            <a:r>
              <a:rPr dirty="0" sz="3000" spc="-10" b="1">
                <a:latin typeface="Trebuchet MS"/>
                <a:cs typeface="Trebuchet MS"/>
              </a:rPr>
              <a:t>Trends: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110" b="1">
                <a:latin typeface="Trebuchet MS"/>
                <a:cs typeface="Trebuchet MS"/>
              </a:rPr>
              <a:t>Sales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65" b="1">
                <a:latin typeface="Trebuchet MS"/>
                <a:cs typeface="Trebuchet MS"/>
              </a:rPr>
              <a:t>peaked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5" b="1">
                <a:latin typeface="Trebuchet MS"/>
                <a:cs typeface="Trebuchet MS"/>
              </a:rPr>
              <a:t>in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0" b="1">
                <a:latin typeface="Trebuchet MS"/>
                <a:cs typeface="Trebuchet MS"/>
              </a:rPr>
              <a:t>2011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745" b="1">
                <a:latin typeface="Trebuchet MS"/>
                <a:cs typeface="Trebuchet MS"/>
              </a:rPr>
              <a:t>s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10" b="1">
                <a:latin typeface="Trebuchet MS"/>
                <a:cs typeface="Trebuchet MS"/>
              </a:rPr>
              <a:t>2018,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-25" b="1">
                <a:latin typeface="Trebuchet MS"/>
                <a:cs typeface="Trebuchet MS"/>
              </a:rPr>
              <a:t>Q2</a:t>
            </a:r>
            <a:r>
              <a:rPr dirty="0" sz="3000" b="1">
                <a:latin typeface="Trebuchet MS"/>
                <a:cs typeface="Trebuchet MS"/>
              </a:rPr>
              <a:t>	</a:t>
            </a:r>
            <a:r>
              <a:rPr dirty="0" sz="3000" spc="45" b="1">
                <a:latin typeface="Trebuchet MS"/>
                <a:cs typeface="Trebuchet MS"/>
              </a:rPr>
              <a:t>strongest </a:t>
            </a:r>
            <a:r>
              <a:rPr dirty="0" sz="3000" spc="-75" b="1">
                <a:latin typeface="Trebuchet MS"/>
                <a:cs typeface="Trebuchet MS"/>
              </a:rPr>
              <a:t>quarter,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90" b="1">
                <a:latin typeface="Trebuchet MS"/>
                <a:cs typeface="Trebuchet MS"/>
              </a:rPr>
              <a:t>Sept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45" b="1">
                <a:latin typeface="Trebuchet MS"/>
                <a:cs typeface="Trebuchet MS"/>
              </a:rPr>
              <a:t>highest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month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</a:pPr>
            <a:r>
              <a:rPr dirty="0" sz="3000" b="1">
                <a:latin typeface="Trebuchet MS"/>
                <a:cs typeface="Trebuchet MS"/>
              </a:rPr>
              <a:t>Delivery:</a:t>
            </a:r>
            <a:r>
              <a:rPr dirty="0" sz="3000" spc="18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Only</a:t>
            </a:r>
            <a:r>
              <a:rPr dirty="0" sz="3000" spc="1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~25%</a:t>
            </a:r>
            <a:r>
              <a:rPr dirty="0" sz="3000" spc="19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adoption,</a:t>
            </a:r>
            <a:r>
              <a:rPr dirty="0" sz="3000" spc="190" b="1">
                <a:latin typeface="Trebuchet MS"/>
                <a:cs typeface="Trebuchet MS"/>
              </a:rPr>
              <a:t> </a:t>
            </a:r>
            <a:r>
              <a:rPr dirty="0" sz="3000" spc="65" b="1">
                <a:latin typeface="Trebuchet MS"/>
                <a:cs typeface="Trebuchet MS"/>
              </a:rPr>
              <a:t>strong</a:t>
            </a:r>
            <a:r>
              <a:rPr dirty="0" sz="3000" spc="19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growth</a:t>
            </a:r>
            <a:r>
              <a:rPr dirty="0" sz="3000" spc="19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potential </a:t>
            </a:r>
            <a:r>
              <a:rPr dirty="0" sz="3000" spc="60" b="1">
                <a:latin typeface="Trebuchet MS"/>
                <a:cs typeface="Trebuchet MS"/>
              </a:rPr>
              <a:t>ahead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17550" y="2446567"/>
            <a:ext cx="5241748" cy="52417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6245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3228974"/>
            <a:ext cx="114300" cy="1142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4" y="4295775"/>
            <a:ext cx="114300" cy="1142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062" y="5357812"/>
            <a:ext cx="123824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4062" y="5891212"/>
            <a:ext cx="123824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4062" y="6424612"/>
            <a:ext cx="123824" cy="12382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50"/>
              <a:t> </a:t>
            </a:r>
            <a:r>
              <a:rPr dirty="0" spc="45"/>
              <a:t>analysis</a:t>
            </a:r>
            <a:r>
              <a:rPr dirty="0" spc="-145"/>
              <a:t> </a:t>
            </a:r>
            <a:r>
              <a:rPr dirty="0" spc="114"/>
              <a:t>shows</a:t>
            </a:r>
            <a:r>
              <a:rPr dirty="0" spc="-145"/>
              <a:t> </a:t>
            </a:r>
            <a:r>
              <a:rPr dirty="0" spc="55"/>
              <a:t>growth</a:t>
            </a:r>
            <a:r>
              <a:rPr dirty="0" spc="-145"/>
              <a:t> </a:t>
            </a:r>
            <a:r>
              <a:rPr dirty="0" spc="-90"/>
              <a:t>in</a:t>
            </a:r>
            <a:r>
              <a:rPr dirty="0" spc="-145"/>
              <a:t> </a:t>
            </a:r>
            <a:r>
              <a:rPr dirty="0" spc="60"/>
              <a:t>numbers</a:t>
            </a:r>
            <a:r>
              <a:rPr dirty="0" spc="-145"/>
              <a:t> </a:t>
            </a:r>
            <a:r>
              <a:rPr dirty="0"/>
              <a:t>but</a:t>
            </a:r>
            <a:r>
              <a:rPr dirty="0" spc="-145"/>
              <a:t> </a:t>
            </a:r>
            <a:r>
              <a:rPr dirty="0"/>
              <a:t>not</a:t>
            </a:r>
            <a:r>
              <a:rPr dirty="0" spc="-145"/>
              <a:t> </a:t>
            </a:r>
            <a:r>
              <a:rPr dirty="0" spc="-25"/>
              <a:t>in </a:t>
            </a:r>
            <a:r>
              <a:rPr dirty="0" spc="-10"/>
              <a:t>quality</a:t>
            </a:r>
          </a:p>
          <a:p>
            <a:pPr marL="12700" marR="433070">
              <a:lnSpc>
                <a:spcPts val="4200"/>
              </a:lnSpc>
              <a:spcBef>
                <a:spcPts val="240"/>
              </a:spcBef>
            </a:pPr>
            <a:r>
              <a:rPr dirty="0" spc="130"/>
              <a:t>By</a:t>
            </a:r>
            <a:r>
              <a:rPr dirty="0" spc="-150"/>
              <a:t> </a:t>
            </a:r>
            <a:r>
              <a:rPr dirty="0" spc="75"/>
              <a:t>focusing</a:t>
            </a:r>
            <a:r>
              <a:rPr dirty="0" spc="-145"/>
              <a:t> </a:t>
            </a:r>
            <a:r>
              <a:rPr dirty="0" spc="50"/>
              <a:t>on</a:t>
            </a:r>
            <a:r>
              <a:rPr dirty="0" spc="-145"/>
              <a:t> </a:t>
            </a:r>
            <a:r>
              <a:rPr dirty="0" spc="55"/>
              <a:t>customer</a:t>
            </a:r>
            <a:r>
              <a:rPr dirty="0" spc="-150"/>
              <a:t> </a:t>
            </a:r>
            <a:r>
              <a:rPr dirty="0" spc="-20"/>
              <a:t>preferences,</a:t>
            </a:r>
            <a:r>
              <a:rPr dirty="0" spc="-145"/>
              <a:t> </a:t>
            </a:r>
            <a:r>
              <a:rPr dirty="0" spc="85"/>
              <a:t>Zomato </a:t>
            </a:r>
            <a:r>
              <a:rPr dirty="0" spc="-20"/>
              <a:t>can:</a:t>
            </a:r>
          </a:p>
          <a:p>
            <a:pPr marL="659765" marR="1958339">
              <a:lnSpc>
                <a:spcPts val="4200"/>
              </a:lnSpc>
            </a:pPr>
            <a:r>
              <a:rPr dirty="0"/>
              <a:t>Strengthen</a:t>
            </a:r>
            <a:r>
              <a:rPr dirty="0" spc="75"/>
              <a:t> </a:t>
            </a:r>
            <a:r>
              <a:rPr dirty="0"/>
              <a:t>market</a:t>
            </a:r>
            <a:r>
              <a:rPr dirty="0" spc="80"/>
              <a:t> </a:t>
            </a:r>
            <a:r>
              <a:rPr dirty="0" spc="-10"/>
              <a:t>position </a:t>
            </a:r>
            <a:r>
              <a:rPr dirty="0" spc="50"/>
              <a:t>Enhance</a:t>
            </a:r>
            <a:r>
              <a:rPr dirty="0" spc="-160"/>
              <a:t> </a:t>
            </a:r>
            <a:r>
              <a:rPr dirty="0" spc="55"/>
              <a:t>customer</a:t>
            </a:r>
            <a:r>
              <a:rPr dirty="0" spc="-155"/>
              <a:t> </a:t>
            </a:r>
            <a:r>
              <a:rPr dirty="0" spc="-10"/>
              <a:t>loyalty </a:t>
            </a:r>
            <a:r>
              <a:rPr dirty="0" spc="45"/>
              <a:t>Improve</a:t>
            </a:r>
            <a:r>
              <a:rPr dirty="0" spc="-110"/>
              <a:t> </a:t>
            </a:r>
            <a:r>
              <a:rPr dirty="0"/>
              <a:t>satisfaction</a:t>
            </a:r>
            <a:r>
              <a:rPr dirty="0" spc="-105"/>
              <a:t> </a:t>
            </a:r>
            <a:r>
              <a:rPr dirty="0" spc="55"/>
              <a:t>levels</a:t>
            </a:r>
            <a:r>
              <a:rPr dirty="0" spc="-105"/>
              <a:t> </a:t>
            </a:r>
            <a:r>
              <a:rPr dirty="0" spc="-10"/>
              <a:t>overall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10318059" y="7908994"/>
            <a:ext cx="1275080" cy="1349375"/>
            <a:chOff x="10318059" y="7908994"/>
            <a:chExt cx="1275080" cy="1349375"/>
          </a:xfrm>
        </p:grpSpPr>
        <p:sp>
          <p:nvSpPr>
            <p:cNvPr id="10" name="object 10" descr=""/>
            <p:cNvSpPr/>
            <p:nvPr/>
          </p:nvSpPr>
          <p:spPr>
            <a:xfrm>
              <a:off x="10318059" y="8583647"/>
              <a:ext cx="1275080" cy="675005"/>
            </a:xfrm>
            <a:custGeom>
              <a:avLst/>
              <a:gdLst/>
              <a:ahLst/>
              <a:cxnLst/>
              <a:rect l="l" t="t" r="r" b="b"/>
              <a:pathLst>
                <a:path w="1275079" h="675004">
                  <a:moveTo>
                    <a:pt x="1274921" y="674651"/>
                  </a:moveTo>
                  <a:lnTo>
                    <a:pt x="0" y="674652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674651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318059" y="7908994"/>
              <a:ext cx="1275080" cy="675005"/>
            </a:xfrm>
            <a:custGeom>
              <a:avLst/>
              <a:gdLst/>
              <a:ahLst/>
              <a:cxnLst/>
              <a:rect l="l" t="t" r="r" b="b"/>
              <a:pathLst>
                <a:path w="1275079" h="675004">
                  <a:moveTo>
                    <a:pt x="1274921" y="674652"/>
                  </a:moveTo>
                  <a:lnTo>
                    <a:pt x="0" y="674652"/>
                  </a:lnTo>
                  <a:lnTo>
                    <a:pt x="0" y="95296"/>
                  </a:lnTo>
                  <a:lnTo>
                    <a:pt x="10326" y="56773"/>
                  </a:lnTo>
                  <a:lnTo>
                    <a:pt x="34608" y="25137"/>
                  </a:lnTo>
                  <a:lnTo>
                    <a:pt x="69149" y="5200"/>
                  </a:lnTo>
                  <a:lnTo>
                    <a:pt x="95296" y="0"/>
                  </a:lnTo>
                  <a:lnTo>
                    <a:pt x="1179624" y="0"/>
                  </a:lnTo>
                  <a:lnTo>
                    <a:pt x="1218146" y="10325"/>
                  </a:lnTo>
                  <a:lnTo>
                    <a:pt x="1249783" y="34608"/>
                  </a:lnTo>
                  <a:lnTo>
                    <a:pt x="1269720" y="69148"/>
                  </a:lnTo>
                  <a:lnTo>
                    <a:pt x="1274921" y="674652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1734638" y="6559690"/>
            <a:ext cx="1275080" cy="2698750"/>
            <a:chOff x="11734638" y="6559690"/>
            <a:chExt cx="1275080" cy="2698750"/>
          </a:xfrm>
        </p:grpSpPr>
        <p:sp>
          <p:nvSpPr>
            <p:cNvPr id="13" name="object 13" descr=""/>
            <p:cNvSpPr/>
            <p:nvPr/>
          </p:nvSpPr>
          <p:spPr>
            <a:xfrm>
              <a:off x="11734638" y="8178855"/>
              <a:ext cx="1275080" cy="1079500"/>
            </a:xfrm>
            <a:custGeom>
              <a:avLst/>
              <a:gdLst/>
              <a:ahLst/>
              <a:cxnLst/>
              <a:rect l="l" t="t" r="r" b="b"/>
              <a:pathLst>
                <a:path w="1275080" h="1079500">
                  <a:moveTo>
                    <a:pt x="1274921" y="1079443"/>
                  </a:moveTo>
                  <a:lnTo>
                    <a:pt x="0" y="1079443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1079443"/>
                  </a:lnTo>
                  <a:close/>
                </a:path>
              </a:pathLst>
            </a:custGeom>
            <a:solidFill>
              <a:srgbClr val="FF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734638" y="7099412"/>
              <a:ext cx="1275080" cy="1079500"/>
            </a:xfrm>
            <a:custGeom>
              <a:avLst/>
              <a:gdLst/>
              <a:ahLst/>
              <a:cxnLst/>
              <a:rect l="l" t="t" r="r" b="b"/>
              <a:pathLst>
                <a:path w="1275080" h="1079500">
                  <a:moveTo>
                    <a:pt x="1274921" y="1079443"/>
                  </a:moveTo>
                  <a:lnTo>
                    <a:pt x="0" y="1079443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1079443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734638" y="6559690"/>
              <a:ext cx="1275080" cy="539750"/>
            </a:xfrm>
            <a:custGeom>
              <a:avLst/>
              <a:gdLst/>
              <a:ahLst/>
              <a:cxnLst/>
              <a:rect l="l" t="t" r="r" b="b"/>
              <a:pathLst>
                <a:path w="1275080" h="539750">
                  <a:moveTo>
                    <a:pt x="1274921" y="539721"/>
                  </a:moveTo>
                  <a:lnTo>
                    <a:pt x="0" y="539721"/>
                  </a:lnTo>
                  <a:lnTo>
                    <a:pt x="0" y="95296"/>
                  </a:lnTo>
                  <a:lnTo>
                    <a:pt x="10326" y="56774"/>
                  </a:lnTo>
                  <a:lnTo>
                    <a:pt x="34608" y="25136"/>
                  </a:lnTo>
                  <a:lnTo>
                    <a:pt x="69150" y="5200"/>
                  </a:lnTo>
                  <a:lnTo>
                    <a:pt x="95296" y="0"/>
                  </a:lnTo>
                  <a:lnTo>
                    <a:pt x="1179624" y="0"/>
                  </a:lnTo>
                  <a:lnTo>
                    <a:pt x="1218146" y="10325"/>
                  </a:lnTo>
                  <a:lnTo>
                    <a:pt x="1249783" y="34608"/>
                  </a:lnTo>
                  <a:lnTo>
                    <a:pt x="1269720" y="69149"/>
                  </a:lnTo>
                  <a:lnTo>
                    <a:pt x="1274921" y="95296"/>
                  </a:lnTo>
                  <a:lnTo>
                    <a:pt x="1274921" y="539721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3151218" y="5210385"/>
            <a:ext cx="1275080" cy="4048125"/>
            <a:chOff x="13151218" y="5210385"/>
            <a:chExt cx="1275080" cy="4048125"/>
          </a:xfrm>
        </p:grpSpPr>
        <p:sp>
          <p:nvSpPr>
            <p:cNvPr id="17" name="object 17" descr=""/>
            <p:cNvSpPr/>
            <p:nvPr/>
          </p:nvSpPr>
          <p:spPr>
            <a:xfrm>
              <a:off x="13151218" y="7234342"/>
              <a:ext cx="1275080" cy="2024380"/>
            </a:xfrm>
            <a:custGeom>
              <a:avLst/>
              <a:gdLst/>
              <a:ahLst/>
              <a:cxnLst/>
              <a:rect l="l" t="t" r="r" b="b"/>
              <a:pathLst>
                <a:path w="1275080" h="2024379">
                  <a:moveTo>
                    <a:pt x="1274921" y="2023956"/>
                  </a:moveTo>
                  <a:lnTo>
                    <a:pt x="0" y="2023956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2023956"/>
                  </a:lnTo>
                  <a:close/>
                </a:path>
              </a:pathLst>
            </a:custGeom>
            <a:solidFill>
              <a:srgbClr val="FF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151218" y="5885038"/>
              <a:ext cx="1275080" cy="1349375"/>
            </a:xfrm>
            <a:custGeom>
              <a:avLst/>
              <a:gdLst/>
              <a:ahLst/>
              <a:cxnLst/>
              <a:rect l="l" t="t" r="r" b="b"/>
              <a:pathLst>
                <a:path w="1275080" h="1349375">
                  <a:moveTo>
                    <a:pt x="1274921" y="1349304"/>
                  </a:moveTo>
                  <a:lnTo>
                    <a:pt x="0" y="1349304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1349304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151218" y="5210385"/>
              <a:ext cx="1275080" cy="675005"/>
            </a:xfrm>
            <a:custGeom>
              <a:avLst/>
              <a:gdLst/>
              <a:ahLst/>
              <a:cxnLst/>
              <a:rect l="l" t="t" r="r" b="b"/>
              <a:pathLst>
                <a:path w="1275080" h="675004">
                  <a:moveTo>
                    <a:pt x="1274921" y="674652"/>
                  </a:moveTo>
                  <a:lnTo>
                    <a:pt x="0" y="674652"/>
                  </a:lnTo>
                  <a:lnTo>
                    <a:pt x="0" y="95296"/>
                  </a:lnTo>
                  <a:lnTo>
                    <a:pt x="10326" y="56774"/>
                  </a:lnTo>
                  <a:lnTo>
                    <a:pt x="34608" y="25137"/>
                  </a:lnTo>
                  <a:lnTo>
                    <a:pt x="69149" y="5200"/>
                  </a:lnTo>
                  <a:lnTo>
                    <a:pt x="95296" y="0"/>
                  </a:lnTo>
                  <a:lnTo>
                    <a:pt x="1179624" y="0"/>
                  </a:lnTo>
                  <a:lnTo>
                    <a:pt x="1218145" y="10326"/>
                  </a:lnTo>
                  <a:lnTo>
                    <a:pt x="1249782" y="34608"/>
                  </a:lnTo>
                  <a:lnTo>
                    <a:pt x="1269719" y="69148"/>
                  </a:lnTo>
                  <a:lnTo>
                    <a:pt x="1274921" y="95296"/>
                  </a:lnTo>
                  <a:lnTo>
                    <a:pt x="1274921" y="674652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14567799" y="3861081"/>
            <a:ext cx="1275080" cy="5397500"/>
            <a:chOff x="14567799" y="3861081"/>
            <a:chExt cx="1275080" cy="5397500"/>
          </a:xfrm>
        </p:grpSpPr>
        <p:sp>
          <p:nvSpPr>
            <p:cNvPr id="21" name="object 21" descr=""/>
            <p:cNvSpPr/>
            <p:nvPr/>
          </p:nvSpPr>
          <p:spPr>
            <a:xfrm>
              <a:off x="14567799" y="6829551"/>
              <a:ext cx="1275080" cy="2428875"/>
            </a:xfrm>
            <a:custGeom>
              <a:avLst/>
              <a:gdLst/>
              <a:ahLst/>
              <a:cxnLst/>
              <a:rect l="l" t="t" r="r" b="b"/>
              <a:pathLst>
                <a:path w="1275080" h="2428875">
                  <a:moveTo>
                    <a:pt x="1274921" y="2428747"/>
                  </a:moveTo>
                  <a:lnTo>
                    <a:pt x="0" y="2428748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2428747"/>
                  </a:lnTo>
                  <a:close/>
                </a:path>
              </a:pathLst>
            </a:custGeom>
            <a:solidFill>
              <a:srgbClr val="FF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567799" y="4940524"/>
              <a:ext cx="1275080" cy="1889125"/>
            </a:xfrm>
            <a:custGeom>
              <a:avLst/>
              <a:gdLst/>
              <a:ahLst/>
              <a:cxnLst/>
              <a:rect l="l" t="t" r="r" b="b"/>
              <a:pathLst>
                <a:path w="1275080" h="1889125">
                  <a:moveTo>
                    <a:pt x="1274921" y="1889026"/>
                  </a:moveTo>
                  <a:lnTo>
                    <a:pt x="0" y="1889026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1889026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567799" y="3861081"/>
              <a:ext cx="1275080" cy="1079500"/>
            </a:xfrm>
            <a:custGeom>
              <a:avLst/>
              <a:gdLst/>
              <a:ahLst/>
              <a:cxnLst/>
              <a:rect l="l" t="t" r="r" b="b"/>
              <a:pathLst>
                <a:path w="1275080" h="1079500">
                  <a:moveTo>
                    <a:pt x="1274921" y="1079443"/>
                  </a:moveTo>
                  <a:lnTo>
                    <a:pt x="0" y="1079443"/>
                  </a:lnTo>
                  <a:lnTo>
                    <a:pt x="0" y="95296"/>
                  </a:lnTo>
                  <a:lnTo>
                    <a:pt x="10326" y="56774"/>
                  </a:lnTo>
                  <a:lnTo>
                    <a:pt x="34608" y="25137"/>
                  </a:lnTo>
                  <a:lnTo>
                    <a:pt x="69149" y="5200"/>
                  </a:lnTo>
                  <a:lnTo>
                    <a:pt x="95296" y="0"/>
                  </a:lnTo>
                  <a:lnTo>
                    <a:pt x="1179624" y="0"/>
                  </a:lnTo>
                  <a:lnTo>
                    <a:pt x="1218144" y="10326"/>
                  </a:lnTo>
                  <a:lnTo>
                    <a:pt x="1249782" y="34608"/>
                  </a:lnTo>
                  <a:lnTo>
                    <a:pt x="1269719" y="69149"/>
                  </a:lnTo>
                  <a:lnTo>
                    <a:pt x="1274921" y="95296"/>
                  </a:lnTo>
                  <a:lnTo>
                    <a:pt x="1274921" y="1079443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5984377" y="2511776"/>
            <a:ext cx="1275080" cy="6746875"/>
            <a:chOff x="15984377" y="2511776"/>
            <a:chExt cx="1275080" cy="6746875"/>
          </a:xfrm>
        </p:grpSpPr>
        <p:sp>
          <p:nvSpPr>
            <p:cNvPr id="25" name="object 25" descr=""/>
            <p:cNvSpPr/>
            <p:nvPr/>
          </p:nvSpPr>
          <p:spPr>
            <a:xfrm>
              <a:off x="15984377" y="6289829"/>
              <a:ext cx="1275080" cy="2968625"/>
            </a:xfrm>
            <a:custGeom>
              <a:avLst/>
              <a:gdLst/>
              <a:ahLst/>
              <a:cxnLst/>
              <a:rect l="l" t="t" r="r" b="b"/>
              <a:pathLst>
                <a:path w="1275080" h="2968625">
                  <a:moveTo>
                    <a:pt x="1274921" y="2968469"/>
                  </a:moveTo>
                  <a:lnTo>
                    <a:pt x="0" y="2968469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2968469"/>
                  </a:lnTo>
                  <a:close/>
                </a:path>
              </a:pathLst>
            </a:custGeom>
            <a:solidFill>
              <a:srgbClr val="FF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984377" y="3591220"/>
              <a:ext cx="1275080" cy="2698750"/>
            </a:xfrm>
            <a:custGeom>
              <a:avLst/>
              <a:gdLst/>
              <a:ahLst/>
              <a:cxnLst/>
              <a:rect l="l" t="t" r="r" b="b"/>
              <a:pathLst>
                <a:path w="1275080" h="2698750">
                  <a:moveTo>
                    <a:pt x="1274921" y="2698608"/>
                  </a:moveTo>
                  <a:lnTo>
                    <a:pt x="0" y="2698608"/>
                  </a:lnTo>
                  <a:lnTo>
                    <a:pt x="0" y="0"/>
                  </a:lnTo>
                  <a:lnTo>
                    <a:pt x="1274921" y="0"/>
                  </a:lnTo>
                  <a:lnTo>
                    <a:pt x="1274921" y="2698608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984377" y="2511776"/>
              <a:ext cx="1275080" cy="1079500"/>
            </a:xfrm>
            <a:custGeom>
              <a:avLst/>
              <a:gdLst/>
              <a:ahLst/>
              <a:cxnLst/>
              <a:rect l="l" t="t" r="r" b="b"/>
              <a:pathLst>
                <a:path w="1275080" h="1079500">
                  <a:moveTo>
                    <a:pt x="1274921" y="1079443"/>
                  </a:moveTo>
                  <a:lnTo>
                    <a:pt x="0" y="1079443"/>
                  </a:lnTo>
                  <a:lnTo>
                    <a:pt x="0" y="95296"/>
                  </a:lnTo>
                  <a:lnTo>
                    <a:pt x="10326" y="56775"/>
                  </a:lnTo>
                  <a:lnTo>
                    <a:pt x="34608" y="25137"/>
                  </a:lnTo>
                  <a:lnTo>
                    <a:pt x="69148" y="5200"/>
                  </a:lnTo>
                  <a:lnTo>
                    <a:pt x="1179625" y="0"/>
                  </a:lnTo>
                  <a:lnTo>
                    <a:pt x="1186257" y="653"/>
                  </a:lnTo>
                  <a:lnTo>
                    <a:pt x="1224024" y="13468"/>
                  </a:lnTo>
                  <a:lnTo>
                    <a:pt x="1254011" y="39760"/>
                  </a:lnTo>
                  <a:lnTo>
                    <a:pt x="1271654" y="75527"/>
                  </a:lnTo>
                  <a:lnTo>
                    <a:pt x="1274921" y="95296"/>
                  </a:lnTo>
                  <a:lnTo>
                    <a:pt x="1274921" y="1079443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0929625" y="0"/>
              <a:ext cx="7358380" cy="10287000"/>
            </a:xfrm>
            <a:custGeom>
              <a:avLst/>
              <a:gdLst/>
              <a:ahLst/>
              <a:cxnLst/>
              <a:rect l="l" t="t" r="r" b="b"/>
              <a:pathLst>
                <a:path w="7358380" h="10287000">
                  <a:moveTo>
                    <a:pt x="0" y="10286999"/>
                  </a:moveTo>
                  <a:lnTo>
                    <a:pt x="7358372" y="10286999"/>
                  </a:lnTo>
                  <a:lnTo>
                    <a:pt x="7358372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AF5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0929620" cy="10287000"/>
            </a:xfrm>
            <a:custGeom>
              <a:avLst/>
              <a:gdLst/>
              <a:ahLst/>
              <a:cxnLst/>
              <a:rect l="l" t="t" r="r" b="b"/>
              <a:pathLst>
                <a:path w="10929620" h="10287000">
                  <a:moveTo>
                    <a:pt x="0" y="10286999"/>
                  </a:moveTo>
                  <a:lnTo>
                    <a:pt x="0" y="0"/>
                  </a:lnTo>
                  <a:lnTo>
                    <a:pt x="10929625" y="0"/>
                  </a:lnTo>
                  <a:lnTo>
                    <a:pt x="10929625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420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29625" cy="102869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1"/>
              <a:ext cx="10929620" cy="10287000"/>
            </a:xfrm>
            <a:custGeom>
              <a:avLst/>
              <a:gdLst/>
              <a:ahLst/>
              <a:cxnLst/>
              <a:rect l="l" t="t" r="r" b="b"/>
              <a:pathLst>
                <a:path w="10929620" h="10287000">
                  <a:moveTo>
                    <a:pt x="10929620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10929620" y="10287000"/>
                  </a:lnTo>
                  <a:lnTo>
                    <a:pt x="1092962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67656" y="1383673"/>
              <a:ext cx="5496399" cy="750864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5335" y="7588303"/>
              <a:ext cx="7304594" cy="16636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98029" y="1524137"/>
            <a:ext cx="7011670" cy="5654675"/>
          </a:xfrm>
          <a:prstGeom prst="rect"/>
        </p:spPr>
        <p:txBody>
          <a:bodyPr wrap="square" lIns="0" tIns="584835" rIns="0" bIns="0" rtlCol="0" vert="horz">
            <a:spAutoFit/>
          </a:bodyPr>
          <a:lstStyle/>
          <a:p>
            <a:pPr marL="12700" marR="5080">
              <a:lnSpc>
                <a:spcPct val="74700"/>
              </a:lnSpc>
              <a:spcBef>
                <a:spcPts val="4605"/>
              </a:spcBef>
            </a:pPr>
            <a:r>
              <a:rPr dirty="0" sz="14800" spc="-160">
                <a:solidFill>
                  <a:srgbClr val="000000"/>
                </a:solidFill>
              </a:rPr>
              <a:t>T</a:t>
            </a:r>
            <a:r>
              <a:rPr dirty="0" sz="14800" spc="-140">
                <a:solidFill>
                  <a:srgbClr val="000000"/>
                </a:solidFill>
              </a:rPr>
              <a:t>h</a:t>
            </a:r>
            <a:r>
              <a:rPr dirty="0" sz="14800" spc="-160">
                <a:solidFill>
                  <a:srgbClr val="000000"/>
                </a:solidFill>
              </a:rPr>
              <a:t>a</a:t>
            </a:r>
            <a:r>
              <a:rPr dirty="0" sz="14800" spc="-140">
                <a:solidFill>
                  <a:srgbClr val="000000"/>
                </a:solidFill>
              </a:rPr>
              <a:t>n</a:t>
            </a:r>
            <a:r>
              <a:rPr dirty="0" sz="14800" spc="495">
                <a:solidFill>
                  <a:srgbClr val="000000"/>
                </a:solidFill>
              </a:rPr>
              <a:t>k</a:t>
            </a:r>
            <a:r>
              <a:rPr dirty="0" sz="14800" spc="-25">
                <a:solidFill>
                  <a:srgbClr val="000000"/>
                </a:solidFill>
              </a:rPr>
              <a:t> </a:t>
            </a:r>
            <a:r>
              <a:rPr dirty="0" sz="14800" spc="135">
                <a:solidFill>
                  <a:srgbClr val="000000"/>
                </a:solidFill>
              </a:rPr>
              <a:t>y</a:t>
            </a:r>
            <a:r>
              <a:rPr dirty="0" sz="14800" spc="140">
                <a:solidFill>
                  <a:srgbClr val="000000"/>
                </a:solidFill>
              </a:rPr>
              <a:t>o</a:t>
            </a:r>
            <a:r>
              <a:rPr dirty="0" sz="14800" spc="760">
                <a:solidFill>
                  <a:srgbClr val="000000"/>
                </a:solidFill>
              </a:rPr>
              <a:t>u</a:t>
            </a:r>
            <a:r>
              <a:rPr dirty="0" sz="14800" spc="-2070">
                <a:solidFill>
                  <a:srgbClr val="000000"/>
                </a:solidFill>
              </a:rPr>
              <a:t> </a:t>
            </a:r>
            <a:r>
              <a:rPr dirty="0" sz="14800" spc="-170">
                <a:solidFill>
                  <a:srgbClr val="000000"/>
                </a:solidFill>
              </a:rPr>
              <a:t>v</a:t>
            </a:r>
            <a:r>
              <a:rPr dirty="0" sz="14800" spc="-180">
                <a:solidFill>
                  <a:srgbClr val="000000"/>
                </a:solidFill>
              </a:rPr>
              <a:t>e</a:t>
            </a:r>
            <a:r>
              <a:rPr dirty="0" sz="14800" spc="-285">
                <a:solidFill>
                  <a:srgbClr val="000000"/>
                </a:solidFill>
              </a:rPr>
              <a:t>r</a:t>
            </a:r>
            <a:r>
              <a:rPr dirty="0" sz="14800" spc="455">
                <a:solidFill>
                  <a:srgbClr val="000000"/>
                </a:solidFill>
              </a:rPr>
              <a:t>y</a:t>
            </a:r>
            <a:r>
              <a:rPr dirty="0" sz="14800" spc="-45">
                <a:solidFill>
                  <a:srgbClr val="000000"/>
                </a:solidFill>
              </a:rPr>
              <a:t> </a:t>
            </a:r>
            <a:r>
              <a:rPr dirty="0" sz="14800" spc="-135">
                <a:solidFill>
                  <a:srgbClr val="000000"/>
                </a:solidFill>
              </a:rPr>
              <a:t>m</a:t>
            </a:r>
            <a:r>
              <a:rPr dirty="0" sz="14800" spc="-140">
                <a:solidFill>
                  <a:srgbClr val="000000"/>
                </a:solidFill>
              </a:rPr>
              <a:t>u</a:t>
            </a:r>
            <a:r>
              <a:rPr dirty="0" sz="14800" spc="-130">
                <a:solidFill>
                  <a:srgbClr val="000000"/>
                </a:solidFill>
              </a:rPr>
              <a:t>c</a:t>
            </a:r>
            <a:r>
              <a:rPr dirty="0" sz="14800" spc="-150">
                <a:solidFill>
                  <a:srgbClr val="000000"/>
                </a:solidFill>
              </a:rPr>
              <a:t>h</a:t>
            </a:r>
            <a:r>
              <a:rPr dirty="0" sz="14800" spc="484">
                <a:solidFill>
                  <a:srgbClr val="000000"/>
                </a:solidFill>
              </a:rPr>
              <a:t>!</a:t>
            </a:r>
            <a:endParaRPr sz="1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roshan dod</dc:creator>
  <cp:keywords>DAG0FeqeI-I,BAE99YByE4E,0</cp:keywords>
  <dc:title>Zomato Project report Presented by Roshan Dod</dc:title>
  <dcterms:created xsi:type="dcterms:W3CDTF">2025-10-03T08:51:11Z</dcterms:created>
  <dcterms:modified xsi:type="dcterms:W3CDTF">2025-10-03T08:51:11Z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Creator">
    <vt:lpwstr>Canva</vt:lpwstr>
  </property>
  <property fmtid="{D5CDD505-2E9C-101B-9397-08002B2CF9AE}" pid="4" name="LastSaved">
    <vt:filetime>2025-10-03T00:00:00Z</vt:filetime>
  </property>
  <property fmtid="{D5CDD505-2E9C-101B-9397-08002B2CF9AE}" pid="5" name="Producer">
    <vt:lpwstr>Canva</vt:lpwstr>
  </property>
</Properties>
</file>